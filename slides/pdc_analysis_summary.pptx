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4FB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F7FA"/>
                </a:solidFill>
                <a:latin typeface="Calibri"/>
              </a:rPr>
              <a:t>Eager, Posthoc, and HDF5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FB0E8"/>
                </a:solidFill>
                <a:latin typeface="Calibri"/>
              </a:rPr>
              <a:t>Benchmarking PDC's in flight analysis pipeline on Perlmutter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9B4C9"/>
                </a:solidFill>
                <a:latin typeface="Calibri"/>
              </a:rPr>
              <a:t>From single variable magnitude analysis to an E3SM curl and vorticity magnitude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9B4C9"/>
                </a:solidFill>
                <a:latin typeface="Calibri"/>
              </a:rPr>
              <a:t>PDC and DataFlyway, inflight transformations branch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What We Did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F2A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Fixed Perlmutter blockers for PDC eager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CXI Slingshot authentication discovery and per rank device binding, both needed for server startup to succeed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Sized and swept the magnitude benchmark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vx, vy, vz to magnitude, kept under a 2 TB write budget, node sweep extended to 1 through 32 nodes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Rebuilt posthoc as separate processes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Write, compute, and analyze now run as three real jobs, with a genuine PDC server close and restart between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Did the same rebuild for the HDF5 baseline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Three separate phases against a plain file, so PDC and HDF5 posthoc are measured the same way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Extended to an E3SM shaped pipeline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u, v, w to curl to vorticity magnitude, modeled on a published tropical cyclone tracking use case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F2A654"/>
                </a:solidFill>
                <a:latin typeface="Calibri"/>
              </a:rPr>
              <a:t>•  Added a new curl builtin and optional GPU compression</a:t>
            </a:r>
          </a:p>
          <a:p>
            <a:pPr lvl="1">
              <a:spcAft>
                <a:spcPts val="1000"/>
              </a:spcAft>
            </a:pPr>
            <a:r>
              <a:rPr sz="1200">
                <a:solidFill>
                  <a:srgbClr val="A9B4C9"/>
                </a:solidFill>
                <a:latin typeface="Calibri"/>
              </a:rPr>
              <a:t>Compression reuses PDC's existing ZFP transform composed onto the analysis output, no new compression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B4C9"/>
                </a:solidFill>
                <a:latin typeface="Calibri"/>
              </a:rPr>
              <a:t>PDC In-Flight Analysis  |  inflight-transformations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B4C9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011680" cy="38100"/>
          </a:xfrm>
          <a:prstGeom prst="rect">
            <a:avLst/>
          </a:prstGeom>
          <a:solidFill>
            <a:srgbClr val="F2A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9B4C9"/>
                </a:solidFill>
                <a:latin typeface="Calibri"/>
              </a:rPr>
              <a:t>Magnitude benchmark, vx vy vz to magnitude, first real Perlmutter run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92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920240"/>
                <a:gridCol w="19202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4FB0E8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1E28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4FB0E8"/>
                          </a:solidFill>
                        </a:rPr>
                        <a:t>Data per rank</a:t>
                      </a:r>
                    </a:p>
                  </a:txBody>
                  <a:tcPr>
                    <a:solidFill>
                      <a:srgbClr val="1E28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4FB0E8"/>
                          </a:solidFill>
                        </a:rPr>
                        <a:t>32 ranks</a:t>
                      </a:r>
                    </a:p>
                  </a:txBody>
                  <a:tcPr>
                    <a:solidFill>
                      <a:srgbClr val="1E28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4FB0E8"/>
                          </a:solidFill>
                        </a:rPr>
                        <a:t>256 ranks</a:t>
                      </a:r>
                    </a:p>
                  </a:txBody>
                  <a:tcPr>
                    <a:solidFill>
                      <a:srgbClr val="1E28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4FB0E8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8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</a:rPr>
                        <a:t>Eager (DataFlyway)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64 MiB per rank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3.04 s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3.17 s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FCF97"/>
                          </a:solidFill>
                        </a:rPr>
                        <a:t>Flat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5F7FA"/>
                          </a:solidFill>
                        </a:rPr>
                        <a:t>Plain HDF5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64 MiB per rank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18.3 s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7FA"/>
                          </a:solidFill>
                        </a:rPr>
                        <a:t>17.6 s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FCF97"/>
                          </a:solidFill>
                        </a:rPr>
                        <a:t>Flat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B0E8"/>
                </a:solidFill>
                <a:latin typeface="Calibri"/>
              </a:rPr>
              <a:t>Eager holds flat under weak scaling and is a clear win over plain HDF5 for this workload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20440"/>
            <a:ext cx="11109960" cy="1051560"/>
          </a:xfrm>
          <a:prstGeom prst="rect">
            <a:avLst/>
          </a:prstGeom>
          <a:solidFill>
            <a:srgbClr val="1E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654"/>
                </a:solidFill>
                <a:latin typeface="Calibri"/>
              </a:rPr>
              <a:t>POSTHOC REBUILD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5F7FA"/>
                </a:solidFill>
                <a:latin typeface="Calibri"/>
              </a:rPr>
              <a:t>Posthoc now runs as three genuinely separate processes with a real PDC server close and restart between phases. A new relaunch time column in the results makes that cost visible instead of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109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B0E8"/>
                </a:solidFill>
                <a:latin typeface="Calibri"/>
              </a:rPr>
              <a:t>New pipeline for curl and vorticity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2A654"/>
                </a:solidFill>
                <a:latin typeface="Calibri"/>
              </a:rPr>
              <a:t>•  u, v, w produce curl x, curl y, curl z, which produce vorticity magnitude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9B4C9"/>
                </a:solidFill>
                <a:latin typeface="Calibri"/>
              </a:rPr>
              <a:t>16 MiB per rank per variable for u, v, w, sized to a 96 rank reference point matching the comparison paper, giving curl about 4 GB and vorticity magnitude about 2.7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B4C9"/>
                </a:solidFill>
                <a:latin typeface="Calibri"/>
              </a:rPr>
              <a:t>PDC In-Flight Analysis  |  inflight-transformations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B4C9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011680" cy="38100"/>
          </a:xfrm>
          <a:prstGeom prst="rect">
            <a:avLst/>
          </a:prstGeom>
          <a:solidFill>
            <a:srgbClr val="F2A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A654"/>
                </a:solidFill>
                <a:latin typeface="Calibri"/>
              </a:rPr>
              <a:t>•  Finish the draft paper tomorrow</a:t>
            </a:r>
          </a:p>
          <a:p>
            <a:pPr lvl="1">
              <a:spcAft>
                <a:spcPts val="1400"/>
              </a:spcAft>
            </a:pPr>
            <a:r>
              <a:rPr sz="1300">
                <a:solidFill>
                  <a:srgbClr val="A9B4C9"/>
                </a:solidFill>
                <a:latin typeface="Calibri"/>
              </a:rPr>
              <a:t>Write up the updated evaluation section with the new posthoc and curl pipeline structure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654"/>
                </a:solidFill>
                <a:latin typeface="Calibri"/>
              </a:rPr>
              <a:t>•  Run the rebuilt posthoc benchmark on Perlmutter</a:t>
            </a:r>
          </a:p>
          <a:p>
            <a:pPr lvl="1">
              <a:spcAft>
                <a:spcPts val="1400"/>
              </a:spcAft>
            </a:pPr>
            <a:r>
              <a:rPr sz="1300">
                <a:solidFill>
                  <a:srgbClr val="A9B4C9"/>
                </a:solidFill>
                <a:latin typeface="Calibri"/>
              </a:rPr>
              <a:t>Confirm the new relaunch time is captured correctly for both magnitude and curl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654"/>
                </a:solidFill>
                <a:latin typeface="Calibri"/>
              </a:rPr>
              <a:t>•  Run the new curl and vorticity magnitude pipeline</a:t>
            </a:r>
          </a:p>
          <a:p>
            <a:pPr lvl="1">
              <a:spcAft>
                <a:spcPts val="1400"/>
              </a:spcAft>
            </a:pPr>
            <a:r>
              <a:rPr sz="1300">
                <a:solidFill>
                  <a:srgbClr val="A9B4C9"/>
                </a:solidFill>
                <a:latin typeface="Calibri"/>
              </a:rPr>
              <a:t>Eager, posthoc, and HDF5 baseline, swept across 1 through 32 nodes, with and without GPU compression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654"/>
                </a:solidFill>
                <a:latin typeface="Calibri"/>
              </a:rPr>
              <a:t>•  Compare compressed and uncompressed vorticity magnitude</a:t>
            </a:r>
          </a:p>
          <a:p>
            <a:pPr lvl="1">
              <a:spcAft>
                <a:spcPts val="1400"/>
              </a:spcAft>
            </a:pPr>
            <a:r>
              <a:rPr sz="1300">
                <a:solidFill>
                  <a:srgbClr val="A9B4C9"/>
                </a:solidFill>
                <a:latin typeface="Calibri"/>
              </a:rPr>
              <a:t>Cost versus storage tradeoff, using the existing GPU ZFP transform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654"/>
                </a:solidFill>
                <a:latin typeface="Calibri"/>
              </a:rPr>
              <a:t>•  Run the curl pipeline at more nodes</a:t>
            </a:r>
          </a:p>
          <a:p>
            <a:pPr lvl="1">
              <a:spcAft>
                <a:spcPts val="1400"/>
              </a:spcAft>
            </a:pPr>
            <a:r>
              <a:rPr sz="1300">
                <a:solidFill>
                  <a:srgbClr val="A9B4C9"/>
                </a:solidFill>
                <a:latin typeface="Calibri"/>
              </a:rPr>
              <a:t>Get closer to the roughly 900 process scale used in the comparison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9B4C9"/>
                </a:solidFill>
                <a:latin typeface="Calibri"/>
              </a:rPr>
              <a:t>PDC In-Flight Analysis  |  inflight-transformations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9B4C9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