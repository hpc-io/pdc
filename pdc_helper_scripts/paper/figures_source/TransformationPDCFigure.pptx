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6" r:id="rId5"/>
    <p:sldId id="258" r:id="rId6"/>
    <p:sldId id="259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60" d="100"/>
          <a:sy n="60" d="100"/>
        </p:scale>
        <p:origin x="8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37D8F54-6DFF-44DE-B32E-E0AA96E9E99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09014EA-43B4-4DC9-A526-F2A0F1E0E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25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014EA-43B4-4DC9-A526-F2A0F1E0E8E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59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014EA-43B4-4DC9-A526-F2A0F1E0E8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05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EC5C-D920-DF3D-1FC4-1E5047444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A5BE3-E013-B46E-57AF-F52313A06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BE127-FB8C-3CF5-DDB3-12B6F7B7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79A7-1A82-4215-A656-E56D1C7F9AE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91D93-F89F-646F-1700-5A4EE545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22536-509B-EEE9-E665-296EA0ED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E4CD-651A-445F-ABF8-1250DCDB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4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00E6-CE37-3167-F15E-9C30AFCE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360BD-88D1-4CED-3E25-6F81653D0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37CBA-FDB0-C5B2-506D-769E46B63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79A7-1A82-4215-A656-E56D1C7F9AE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23FCA-82AD-5A5E-9AC3-F398E2FD0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0775A-FDEE-659C-00DA-4BB973DFD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E4CD-651A-445F-ABF8-1250DCDB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6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162F-B29E-0E2A-20ED-E8922A772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37AED-A0A3-A469-67B7-44AC0427B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A8181-04A3-FDA7-D1A7-3487824FD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79A7-1A82-4215-A656-E56D1C7F9AE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7583A-AB56-9D1B-C91B-8A184648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52EBD-8803-D5F6-52C9-BAEB2BBD7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E4CD-651A-445F-ABF8-1250DCDB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49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D769-A662-55F5-831D-517E5F4A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E94B7-EB06-7316-1ED7-0F17F45B6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4644B-5866-2FDA-D80D-8595155D8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C5274-88BA-B985-A061-3E231A096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79A7-1A82-4215-A656-E56D1C7F9AE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3B173-A40E-10CF-8FF8-306684A3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3ABA0-78DF-21F3-999A-22C3AF2C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E4CD-651A-445F-ABF8-1250DCDB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35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4379F-27BA-151A-AD99-D55FC065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65B33-161D-1032-7ABC-2A491331E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ABA7A-44FD-41A8-26D7-91812D1E7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441EB4-3AFC-80F4-7BE3-81ACE85C9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1BD27-BB0D-3F2A-9EAF-7E1C194DA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4D4AED-65E3-C6D7-CADE-73C3E53A5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79A7-1A82-4215-A656-E56D1C7F9AE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0FC78-584C-FC07-B50F-25F5B59D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C6D6C3-8FF5-C96D-CC83-F159D39D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E4CD-651A-445F-ABF8-1250DCDB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43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ACD2B-ABDC-3C56-2BC1-3F2BBFC1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EC11B5-FE2B-C954-7142-6A33A868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79A7-1A82-4215-A656-E56D1C7F9AE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7C2C9-1772-1757-AB1A-80385D666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62863-409A-AC42-623F-ACC58E9E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E4CD-651A-445F-ABF8-1250DCDB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0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793D9-EC98-F1CF-7086-4BD666578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79A7-1A82-4215-A656-E56D1C7F9AE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B1141-2647-F865-270E-7D3CCC49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019BA-08F2-DDED-7764-667590923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E4CD-651A-445F-ABF8-1250DCDB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86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59EB-1729-D196-4757-1F92C5509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449A6-B79F-70DC-F2AC-8642F0685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2D01F-6432-1A51-9C68-BBDBAB4D5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7FBF1-C477-23E3-F90F-20B4E0FBC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79A7-1A82-4215-A656-E56D1C7F9AE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0E3CD-1798-75D3-47A2-2A9F0E15E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BDA53-F193-95BD-9A5B-19CED57C7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E4CD-651A-445F-ABF8-1250DCDB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70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AB05-20C6-0E58-F824-67F32826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D49909-D6AD-9058-BB09-62EBE669A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52A86-19B2-11F9-C3DB-8EDC12FDF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618C1-5B47-6020-607E-63FE7B9EB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79A7-1A82-4215-A656-E56D1C7F9AE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42AE3-074E-CC9A-0C77-A9D5DB380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E2EF0-F97B-4060-4310-6F118B18B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E4CD-651A-445F-ABF8-1250DCDB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61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6134-340E-B98A-99B2-FBAF888F1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1BEF2-A20C-75A8-F9CD-CDFF931A7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902FD-CB3F-7152-6A05-63A915ADD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79A7-1A82-4215-A656-E56D1C7F9AE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FD206-FE2C-FC9F-ABA5-5BD1773A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FD6E-D68E-B532-D2BC-604D21BD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E4CD-651A-445F-ABF8-1250DCDB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0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62D5A0-76E6-828D-297B-8C7C96CA2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16010-7B3C-9C43-EAC8-94AB0DAA2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8A1A4-1F7C-D1ED-1BD2-11FDC0CB1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B79A7-1A82-4215-A656-E56D1C7F9AE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7D43D-DC61-3AC7-72A4-9736BF40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C9118-C1EF-5143-7CC9-38AAE4DB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1E4CD-651A-445F-ABF8-1250DCDB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6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C575B2-E81C-0662-0E8F-DF80F9BE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A407C-F0E1-5A98-EB6E-159ACC782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D89C3-CA35-1642-D4FC-3B8E669E1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B79A7-1A82-4215-A656-E56D1C7F9AE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88CB9-0684-5327-9D8C-4CFD5708F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0B859-A0C7-7470-7173-58122F0F6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51E4CD-651A-445F-ABF8-1250DCDB4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37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2BB46C92-60FF-A9AC-CFD2-A5AD3993C6F4}"/>
              </a:ext>
            </a:extLst>
          </p:cNvPr>
          <p:cNvSpPr/>
          <p:nvPr/>
        </p:nvSpPr>
        <p:spPr>
          <a:xfrm>
            <a:off x="6581401" y="3019451"/>
            <a:ext cx="1911350" cy="1694629"/>
          </a:xfrm>
          <a:prstGeom prst="rect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9525">
            <a:solidFill>
              <a:schemeClr val="tx2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02A2BA6-38CC-62D5-0E1A-65B289581E83}"/>
              </a:ext>
            </a:extLst>
          </p:cNvPr>
          <p:cNvSpPr/>
          <p:nvPr/>
        </p:nvSpPr>
        <p:spPr>
          <a:xfrm>
            <a:off x="4314516" y="1673236"/>
            <a:ext cx="1911350" cy="1100703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5DD048-735C-9B67-341C-624596DBABBF}"/>
              </a:ext>
            </a:extLst>
          </p:cNvPr>
          <p:cNvSpPr/>
          <p:nvPr/>
        </p:nvSpPr>
        <p:spPr>
          <a:xfrm>
            <a:off x="6624941" y="1604299"/>
            <a:ext cx="1911350" cy="1261803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9721703-12EB-7F98-4EE0-659F93CAC83A}"/>
              </a:ext>
            </a:extLst>
          </p:cNvPr>
          <p:cNvSpPr/>
          <p:nvPr/>
        </p:nvSpPr>
        <p:spPr>
          <a:xfrm>
            <a:off x="6686551" y="1867169"/>
            <a:ext cx="501647" cy="878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9B7FD76-FA18-5115-9A1B-D953B3032D1E}"/>
              </a:ext>
            </a:extLst>
          </p:cNvPr>
          <p:cNvSpPr/>
          <p:nvPr/>
        </p:nvSpPr>
        <p:spPr>
          <a:xfrm>
            <a:off x="7329793" y="1863252"/>
            <a:ext cx="501647" cy="878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510C48F-060F-11B0-374F-1238620BD1E0}"/>
              </a:ext>
            </a:extLst>
          </p:cNvPr>
          <p:cNvSpPr/>
          <p:nvPr/>
        </p:nvSpPr>
        <p:spPr>
          <a:xfrm>
            <a:off x="7975758" y="1866995"/>
            <a:ext cx="501647" cy="8782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4A5F3FC-52B7-E94D-C184-43D1234A52D5}"/>
              </a:ext>
            </a:extLst>
          </p:cNvPr>
          <p:cNvSpPr/>
          <p:nvPr/>
        </p:nvSpPr>
        <p:spPr>
          <a:xfrm>
            <a:off x="4318051" y="3505377"/>
            <a:ext cx="1911350" cy="1178532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63D73E3C-88A0-1902-C99B-2FD4493A15A1}"/>
              </a:ext>
            </a:extLst>
          </p:cNvPr>
          <p:cNvCxnSpPr>
            <a:cxnSpLocks/>
            <a:stCxn id="119" idx="0"/>
            <a:endCxn id="154" idx="2"/>
          </p:cNvCxnSpPr>
          <p:nvPr/>
        </p:nvCxnSpPr>
        <p:spPr>
          <a:xfrm flipH="1" flipV="1">
            <a:off x="5266662" y="2672887"/>
            <a:ext cx="3533" cy="1018666"/>
          </a:xfrm>
          <a:prstGeom prst="line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AB98F65-2C52-3921-834E-40466CB7FEE9}"/>
              </a:ext>
            </a:extLst>
          </p:cNvPr>
          <p:cNvSpPr/>
          <p:nvPr/>
        </p:nvSpPr>
        <p:spPr>
          <a:xfrm>
            <a:off x="4483472" y="4956471"/>
            <a:ext cx="3901175" cy="500861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9FC5CC93-F0DF-4B8A-99C3-507C7B527916}"/>
              </a:ext>
            </a:extLst>
          </p:cNvPr>
          <p:cNvCxnSpPr>
            <a:cxnSpLocks/>
          </p:cNvCxnSpPr>
          <p:nvPr/>
        </p:nvCxnSpPr>
        <p:spPr>
          <a:xfrm flipH="1" flipV="1">
            <a:off x="5270191" y="4584834"/>
            <a:ext cx="307" cy="583079"/>
          </a:xfrm>
          <a:prstGeom prst="line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2FA0420-95C5-5A03-77F9-B38FA7A9C95D}"/>
              </a:ext>
            </a:extLst>
          </p:cNvPr>
          <p:cNvSpPr/>
          <p:nvPr/>
        </p:nvSpPr>
        <p:spPr>
          <a:xfrm>
            <a:off x="6719159" y="3688696"/>
            <a:ext cx="1614391" cy="34527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Processing</a:t>
            </a:r>
          </a:p>
          <a:p>
            <a:pPr algn="ctr"/>
            <a:r>
              <a:rPr lang="en-US" sz="800" dirty="0"/>
              <a:t>Scheduler</a:t>
            </a:r>
          </a:p>
        </p:txBody>
      </p:sp>
      <p:pic>
        <p:nvPicPr>
          <p:cNvPr id="13" name="Graphic 12" descr="Hourglass Finished outline">
            <a:extLst>
              <a:ext uri="{FF2B5EF4-FFF2-40B4-BE49-F238E27FC236}">
                <a16:creationId xmlns:a16="http://schemas.microsoft.com/office/drawing/2014/main" id="{680D29CC-F7D7-5FDB-5BCD-38C6C96923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5148" y="3719081"/>
            <a:ext cx="316092" cy="309793"/>
          </a:xfrm>
          <a:prstGeom prst="rect">
            <a:avLst/>
          </a:prstGeom>
        </p:spPr>
      </p:pic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74D99A5-BC90-B9F1-6B82-4C40BFB07E5E}"/>
              </a:ext>
            </a:extLst>
          </p:cNvPr>
          <p:cNvSpPr/>
          <p:nvPr/>
        </p:nvSpPr>
        <p:spPr>
          <a:xfrm>
            <a:off x="6719160" y="3130085"/>
            <a:ext cx="1614391" cy="34527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Graph</a:t>
            </a:r>
          </a:p>
          <a:p>
            <a:pPr algn="ctr"/>
            <a:r>
              <a:rPr lang="en-US" sz="800" dirty="0"/>
              <a:t>Executor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83E1A7F-DC9C-E031-8BB3-D9D7B3577925}"/>
              </a:ext>
            </a:extLst>
          </p:cNvPr>
          <p:cNvSpPr/>
          <p:nvPr/>
        </p:nvSpPr>
        <p:spPr>
          <a:xfrm>
            <a:off x="6719159" y="4247820"/>
            <a:ext cx="1614391" cy="34527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Graph</a:t>
            </a:r>
          </a:p>
          <a:p>
            <a:pPr algn="ctr"/>
            <a:r>
              <a:rPr lang="en-US" sz="800" dirty="0"/>
              <a:t>Planner/Optimizer</a:t>
            </a:r>
          </a:p>
        </p:txBody>
      </p:sp>
      <p:pic>
        <p:nvPicPr>
          <p:cNvPr id="56" name="Graphic 55" descr="Network outline">
            <a:extLst>
              <a:ext uri="{FF2B5EF4-FFF2-40B4-BE49-F238E27FC236}">
                <a16:creationId xmlns:a16="http://schemas.microsoft.com/office/drawing/2014/main" id="{FBEA7853-0723-8DA9-6DF2-D64C2B6C00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1142" y="3156936"/>
            <a:ext cx="316092" cy="316092"/>
          </a:xfrm>
          <a:prstGeom prst="rect">
            <a:avLst/>
          </a:prstGeom>
        </p:spPr>
      </p:pic>
      <p:pic>
        <p:nvPicPr>
          <p:cNvPr id="79" name="Graphic 78" descr="Lightning bolt outline">
            <a:extLst>
              <a:ext uri="{FF2B5EF4-FFF2-40B4-BE49-F238E27FC236}">
                <a16:creationId xmlns:a16="http://schemas.microsoft.com/office/drawing/2014/main" id="{6695C003-8697-7C95-53FF-59AD5E3402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3298" y="4281054"/>
            <a:ext cx="283936" cy="283936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55200D0F-DA44-E8CB-2174-DCA86486E5E0}"/>
              </a:ext>
            </a:extLst>
          </p:cNvPr>
          <p:cNvSpPr txBox="1"/>
          <p:nvPr/>
        </p:nvSpPr>
        <p:spPr>
          <a:xfrm>
            <a:off x="6624940" y="4641664"/>
            <a:ext cx="1548779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/>
              <a:t>In-flight Processing Management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B414773-62C3-B5F6-77BB-61AEBB6D6CBC}"/>
              </a:ext>
            </a:extLst>
          </p:cNvPr>
          <p:cNvSpPr/>
          <p:nvPr/>
        </p:nvSpPr>
        <p:spPr>
          <a:xfrm>
            <a:off x="4473574" y="5693070"/>
            <a:ext cx="3901175" cy="508001"/>
          </a:xfrm>
          <a:prstGeom prst="rect">
            <a:avLst/>
          </a:prstGeom>
          <a:ln w="952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5570A4FA-450D-88C3-E926-1EE6CD283DE8}"/>
              </a:ext>
            </a:extLst>
          </p:cNvPr>
          <p:cNvSpPr/>
          <p:nvPr/>
        </p:nvSpPr>
        <p:spPr>
          <a:xfrm>
            <a:off x="4629616" y="5790199"/>
            <a:ext cx="3631065" cy="34527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Parallel File System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7D97602-2639-3804-ADB8-6FF9C4DE012B}"/>
              </a:ext>
            </a:extLst>
          </p:cNvPr>
          <p:cNvSpPr txBox="1"/>
          <p:nvPr/>
        </p:nvSpPr>
        <p:spPr>
          <a:xfrm>
            <a:off x="4529065" y="5619944"/>
            <a:ext cx="445401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/>
              <a:t>Storage</a:t>
            </a:r>
          </a:p>
        </p:txBody>
      </p:sp>
      <p:pic>
        <p:nvPicPr>
          <p:cNvPr id="49" name="Graphic 48" descr="Database outline">
            <a:extLst>
              <a:ext uri="{FF2B5EF4-FFF2-40B4-BE49-F238E27FC236}">
                <a16:creationId xmlns:a16="http://schemas.microsoft.com/office/drawing/2014/main" id="{6DD09169-B576-4BDD-1119-D39F9E1D24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3304" y="5801609"/>
            <a:ext cx="318044" cy="298406"/>
          </a:xfrm>
          <a:prstGeom prst="rect">
            <a:avLst/>
          </a:prstGeom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013481DF-42D1-B356-44EB-B7E5FC674D55}"/>
              </a:ext>
            </a:extLst>
          </p:cNvPr>
          <p:cNvSpPr/>
          <p:nvPr/>
        </p:nvSpPr>
        <p:spPr>
          <a:xfrm>
            <a:off x="4485607" y="4247819"/>
            <a:ext cx="1614391" cy="34527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Object Data/Metadata</a:t>
            </a:r>
          </a:p>
          <a:p>
            <a:pPr algn="ctr"/>
            <a:r>
              <a:rPr lang="en-US" sz="800" dirty="0"/>
              <a:t>Manager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0B3089F8-434E-9922-26D4-91AF9946DC80}"/>
              </a:ext>
            </a:extLst>
          </p:cNvPr>
          <p:cNvSpPr/>
          <p:nvPr/>
        </p:nvSpPr>
        <p:spPr>
          <a:xfrm>
            <a:off x="4462999" y="3691553"/>
            <a:ext cx="1614391" cy="34527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RPC Layer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BD2112D-D983-260C-FCFA-A048D9A04B5A}"/>
              </a:ext>
            </a:extLst>
          </p:cNvPr>
          <p:cNvCxnSpPr>
            <a:cxnSpLocks/>
            <a:endCxn id="119" idx="2"/>
          </p:cNvCxnSpPr>
          <p:nvPr/>
        </p:nvCxnSpPr>
        <p:spPr>
          <a:xfrm flipV="1">
            <a:off x="5270194" y="4036832"/>
            <a:ext cx="1" cy="201337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3E5E9649-B881-56DA-F03B-C5F49A4B62C8}"/>
              </a:ext>
            </a:extLst>
          </p:cNvPr>
          <p:cNvSpPr txBox="1"/>
          <p:nvPr/>
        </p:nvSpPr>
        <p:spPr>
          <a:xfrm>
            <a:off x="4368698" y="3447441"/>
            <a:ext cx="1249897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/>
              <a:t>Server Object Management</a:t>
            </a:r>
          </a:p>
        </p:txBody>
      </p:sp>
      <p:pic>
        <p:nvPicPr>
          <p:cNvPr id="129" name="Graphic 128" descr="Network diagram with solid fill">
            <a:extLst>
              <a:ext uri="{FF2B5EF4-FFF2-40B4-BE49-F238E27FC236}">
                <a16:creationId xmlns:a16="http://schemas.microsoft.com/office/drawing/2014/main" id="{97966E99-2C2C-3D25-5796-89B7A8732F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32598" y="3703567"/>
            <a:ext cx="325307" cy="325307"/>
          </a:xfrm>
          <a:prstGeom prst="rect">
            <a:avLst/>
          </a:prstGeom>
        </p:spPr>
      </p:pic>
      <p:pic>
        <p:nvPicPr>
          <p:cNvPr id="17" name="Graphic 16" descr="Blockchain outline">
            <a:extLst>
              <a:ext uri="{FF2B5EF4-FFF2-40B4-BE49-F238E27FC236}">
                <a16:creationId xmlns:a16="http://schemas.microsoft.com/office/drawing/2014/main" id="{6329EED8-9237-36A8-BEF2-587DBDF512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2625" y="4245795"/>
            <a:ext cx="322909" cy="322909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0E3B0FC8-5FD0-05EC-4A34-3AE82DF1731A}"/>
              </a:ext>
            </a:extLst>
          </p:cNvPr>
          <p:cNvSpPr txBox="1"/>
          <p:nvPr/>
        </p:nvSpPr>
        <p:spPr>
          <a:xfrm>
            <a:off x="4548738" y="4896141"/>
            <a:ext cx="1025270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/>
              <a:t>Storage Management</a:t>
            </a:r>
            <a:endParaRPr lang="en-US" sz="800" dirty="0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5163BB3-B5C6-832B-429B-B6418AD99E06}"/>
              </a:ext>
            </a:extLst>
          </p:cNvPr>
          <p:cNvSpPr/>
          <p:nvPr/>
        </p:nvSpPr>
        <p:spPr>
          <a:xfrm>
            <a:off x="4651445" y="5160536"/>
            <a:ext cx="3609237" cy="163781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/>
              <a:t>I/O Scheduler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29E80BE1-D4DC-4C22-D0E1-BAFFE4E128A3}"/>
              </a:ext>
            </a:extLst>
          </p:cNvPr>
          <p:cNvSpPr/>
          <p:nvPr/>
        </p:nvSpPr>
        <p:spPr>
          <a:xfrm>
            <a:off x="4459466" y="2327608"/>
            <a:ext cx="1614391" cy="34527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RPC Layer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DAFC7B01-B38D-92A4-258C-0BBFC47006BB}"/>
              </a:ext>
            </a:extLst>
          </p:cNvPr>
          <p:cNvCxnSpPr>
            <a:cxnSpLocks/>
          </p:cNvCxnSpPr>
          <p:nvPr/>
        </p:nvCxnSpPr>
        <p:spPr>
          <a:xfrm flipH="1" flipV="1">
            <a:off x="5266658" y="2135734"/>
            <a:ext cx="1" cy="19246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889E8307-5A28-F256-6D69-E2862F292772}"/>
              </a:ext>
            </a:extLst>
          </p:cNvPr>
          <p:cNvSpPr txBox="1"/>
          <p:nvPr/>
        </p:nvSpPr>
        <p:spPr>
          <a:xfrm>
            <a:off x="4381268" y="1604299"/>
            <a:ext cx="612649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/>
              <a:t>Client Side</a:t>
            </a:r>
          </a:p>
        </p:txBody>
      </p:sp>
      <p:pic>
        <p:nvPicPr>
          <p:cNvPr id="157" name="Graphic 156" descr="Network diagram with solid fill">
            <a:extLst>
              <a:ext uri="{FF2B5EF4-FFF2-40B4-BE49-F238E27FC236}">
                <a16:creationId xmlns:a16="http://schemas.microsoft.com/office/drawing/2014/main" id="{F8C714BD-21E6-7FDE-1E55-8DAB76753B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29065" y="2339622"/>
            <a:ext cx="325307" cy="325307"/>
          </a:xfrm>
          <a:prstGeom prst="rect">
            <a:avLst/>
          </a:prstGeom>
        </p:spPr>
      </p:pic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BAC89DE7-ACAF-963F-B3F4-932E3109664C}"/>
              </a:ext>
            </a:extLst>
          </p:cNvPr>
          <p:cNvSpPr/>
          <p:nvPr/>
        </p:nvSpPr>
        <p:spPr>
          <a:xfrm>
            <a:off x="4459462" y="1794617"/>
            <a:ext cx="1614391" cy="34527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Client Application</a:t>
            </a:r>
          </a:p>
        </p:txBody>
      </p:sp>
      <p:pic>
        <p:nvPicPr>
          <p:cNvPr id="161" name="Graphic 160" descr="User with solid fill">
            <a:extLst>
              <a:ext uri="{FF2B5EF4-FFF2-40B4-BE49-F238E27FC236}">
                <a16:creationId xmlns:a16="http://schemas.microsoft.com/office/drawing/2014/main" id="{82DC2851-AFD1-68E4-8E56-5F47B66E73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06694" y="1804602"/>
            <a:ext cx="325307" cy="325307"/>
          </a:xfrm>
          <a:prstGeom prst="rect">
            <a:avLst/>
          </a:prstGeom>
        </p:spPr>
      </p:pic>
      <p:sp>
        <p:nvSpPr>
          <p:cNvPr id="230" name="Oval 229">
            <a:extLst>
              <a:ext uri="{FF2B5EF4-FFF2-40B4-BE49-F238E27FC236}">
                <a16:creationId xmlns:a16="http://schemas.microsoft.com/office/drawing/2014/main" id="{4214365C-69C1-12D3-A549-FF94EA840261}"/>
              </a:ext>
            </a:extLst>
          </p:cNvPr>
          <p:cNvSpPr/>
          <p:nvPr/>
        </p:nvSpPr>
        <p:spPr>
          <a:xfrm>
            <a:off x="5194047" y="3083573"/>
            <a:ext cx="148762" cy="130969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E199FBFE-C7A7-82B9-5482-6D98608D801A}"/>
              </a:ext>
            </a:extLst>
          </p:cNvPr>
          <p:cNvCxnSpPr>
            <a:cxnSpLocks/>
          </p:cNvCxnSpPr>
          <p:nvPr/>
        </p:nvCxnSpPr>
        <p:spPr>
          <a:xfrm flipH="1" flipV="1">
            <a:off x="6415348" y="5327448"/>
            <a:ext cx="8813" cy="454025"/>
          </a:xfrm>
          <a:prstGeom prst="line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2" name="Oval 251">
            <a:extLst>
              <a:ext uri="{FF2B5EF4-FFF2-40B4-BE49-F238E27FC236}">
                <a16:creationId xmlns:a16="http://schemas.microsoft.com/office/drawing/2014/main" id="{4FC41AAE-D947-00E8-B84F-9E7B0DC29A41}"/>
              </a:ext>
            </a:extLst>
          </p:cNvPr>
          <p:cNvSpPr/>
          <p:nvPr/>
        </p:nvSpPr>
        <p:spPr>
          <a:xfrm>
            <a:off x="6349780" y="5488975"/>
            <a:ext cx="148762" cy="130969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C7C9E4-87CE-21E0-F579-5ADE23838E3D}"/>
              </a:ext>
            </a:extLst>
          </p:cNvPr>
          <p:cNvSpPr/>
          <p:nvPr/>
        </p:nvSpPr>
        <p:spPr>
          <a:xfrm>
            <a:off x="6733443" y="2106139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Graphic 72" descr="Processor outline">
            <a:extLst>
              <a:ext uri="{FF2B5EF4-FFF2-40B4-BE49-F238E27FC236}">
                <a16:creationId xmlns:a16="http://schemas.microsoft.com/office/drawing/2014/main" id="{8D100301-A076-829B-457C-F61C19B8DD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733443" y="2108455"/>
            <a:ext cx="187674" cy="18767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EA35F0-8798-A440-ABE6-8E39E4F5E403}"/>
              </a:ext>
            </a:extLst>
          </p:cNvPr>
          <p:cNvSpPr/>
          <p:nvPr/>
        </p:nvSpPr>
        <p:spPr>
          <a:xfrm>
            <a:off x="6733443" y="1900539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Processor outline">
            <a:extLst>
              <a:ext uri="{FF2B5EF4-FFF2-40B4-BE49-F238E27FC236}">
                <a16:creationId xmlns:a16="http://schemas.microsoft.com/office/drawing/2014/main" id="{F3BE2F40-34C8-175A-2C57-E7C090962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733443" y="1902855"/>
            <a:ext cx="187674" cy="18767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E0095B-91DD-8AC4-BF10-C885176A921E}"/>
              </a:ext>
            </a:extLst>
          </p:cNvPr>
          <p:cNvSpPr/>
          <p:nvPr/>
        </p:nvSpPr>
        <p:spPr>
          <a:xfrm>
            <a:off x="6939454" y="2107170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Processor outline">
            <a:extLst>
              <a:ext uri="{FF2B5EF4-FFF2-40B4-BE49-F238E27FC236}">
                <a16:creationId xmlns:a16="http://schemas.microsoft.com/office/drawing/2014/main" id="{18B38F48-299C-49EA-007F-6ACB0E6DC5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939454" y="2109486"/>
            <a:ext cx="187674" cy="18767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A0D022-F4DC-6AC6-8DAF-AA9D7434815C}"/>
              </a:ext>
            </a:extLst>
          </p:cNvPr>
          <p:cNvSpPr/>
          <p:nvPr/>
        </p:nvSpPr>
        <p:spPr>
          <a:xfrm>
            <a:off x="6939454" y="1901570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Processor outline">
            <a:extLst>
              <a:ext uri="{FF2B5EF4-FFF2-40B4-BE49-F238E27FC236}">
                <a16:creationId xmlns:a16="http://schemas.microsoft.com/office/drawing/2014/main" id="{36C2C08E-43FB-4F29-C92F-B91666D7A4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939454" y="1903886"/>
            <a:ext cx="187674" cy="187674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E3B874-FBC3-28FE-DE5F-FA5830A4D972}"/>
              </a:ext>
            </a:extLst>
          </p:cNvPr>
          <p:cNvSpPr/>
          <p:nvPr/>
        </p:nvSpPr>
        <p:spPr>
          <a:xfrm>
            <a:off x="6733443" y="2511156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Graphic 25" descr="Processor outline">
            <a:extLst>
              <a:ext uri="{FF2B5EF4-FFF2-40B4-BE49-F238E27FC236}">
                <a16:creationId xmlns:a16="http://schemas.microsoft.com/office/drawing/2014/main" id="{581B8AAD-6D55-AF8D-205C-5484CE2752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733443" y="2513472"/>
            <a:ext cx="187674" cy="187674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49F5D67-4C92-31A6-8BC2-125C51EBFFFD}"/>
              </a:ext>
            </a:extLst>
          </p:cNvPr>
          <p:cNvSpPr/>
          <p:nvPr/>
        </p:nvSpPr>
        <p:spPr>
          <a:xfrm>
            <a:off x="6733443" y="2305556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 descr="Processor outline">
            <a:extLst>
              <a:ext uri="{FF2B5EF4-FFF2-40B4-BE49-F238E27FC236}">
                <a16:creationId xmlns:a16="http://schemas.microsoft.com/office/drawing/2014/main" id="{396465D7-91AC-433C-BB26-5F6916A354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733443" y="2307872"/>
            <a:ext cx="187674" cy="187674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9F57F7-A8E5-AA5B-6B41-55D94F715E81}"/>
              </a:ext>
            </a:extLst>
          </p:cNvPr>
          <p:cNvSpPr/>
          <p:nvPr/>
        </p:nvSpPr>
        <p:spPr>
          <a:xfrm>
            <a:off x="6939454" y="2512187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 descr="Processor outline">
            <a:extLst>
              <a:ext uri="{FF2B5EF4-FFF2-40B4-BE49-F238E27FC236}">
                <a16:creationId xmlns:a16="http://schemas.microsoft.com/office/drawing/2014/main" id="{EBBC5AF9-6987-BD06-B2C1-37DAA45EF8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939454" y="2514503"/>
            <a:ext cx="187674" cy="187674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651905A-040F-9598-E403-5D2FA1CF7D12}"/>
              </a:ext>
            </a:extLst>
          </p:cNvPr>
          <p:cNvSpPr/>
          <p:nvPr/>
        </p:nvSpPr>
        <p:spPr>
          <a:xfrm>
            <a:off x="6939454" y="2306587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 descr="Processor outline">
            <a:extLst>
              <a:ext uri="{FF2B5EF4-FFF2-40B4-BE49-F238E27FC236}">
                <a16:creationId xmlns:a16="http://schemas.microsoft.com/office/drawing/2014/main" id="{2BDC806A-4F90-3773-6A0C-F9E2ADA883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939454" y="2308903"/>
            <a:ext cx="187674" cy="187674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6A0CEDB9-9C46-5FEC-68DB-0EEB009DF0FA}"/>
              </a:ext>
            </a:extLst>
          </p:cNvPr>
          <p:cNvSpPr/>
          <p:nvPr/>
        </p:nvSpPr>
        <p:spPr>
          <a:xfrm>
            <a:off x="6731620" y="1897802"/>
            <a:ext cx="407365" cy="208751"/>
          </a:xfrm>
          <a:prstGeom prst="rect">
            <a:avLst/>
          </a:prstGeom>
          <a:solidFill>
            <a:schemeClr val="accent5">
              <a:alpha val="54000"/>
            </a:schemeClr>
          </a:solidFill>
          <a:ln w="3175"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ED17F8-8FB5-462C-8E13-DFC8CD88A0D5}"/>
              </a:ext>
            </a:extLst>
          </p:cNvPr>
          <p:cNvSpPr/>
          <p:nvPr/>
        </p:nvSpPr>
        <p:spPr>
          <a:xfrm>
            <a:off x="6729881" y="2106139"/>
            <a:ext cx="406627" cy="608285"/>
          </a:xfrm>
          <a:prstGeom prst="rect">
            <a:avLst/>
          </a:prstGeom>
          <a:solidFill>
            <a:schemeClr val="accent6">
              <a:alpha val="54000"/>
            </a:schemeClr>
          </a:solidFill>
          <a:ln w="3175"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BFBE176-BAC0-AF62-55A0-85207FCE9167}"/>
              </a:ext>
            </a:extLst>
          </p:cNvPr>
          <p:cNvSpPr/>
          <p:nvPr/>
        </p:nvSpPr>
        <p:spPr>
          <a:xfrm>
            <a:off x="7381839" y="2107680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 descr="Processor outline">
            <a:extLst>
              <a:ext uri="{FF2B5EF4-FFF2-40B4-BE49-F238E27FC236}">
                <a16:creationId xmlns:a16="http://schemas.microsoft.com/office/drawing/2014/main" id="{4666AD77-C52D-A9AC-5E97-7DB364508C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381839" y="2109996"/>
            <a:ext cx="187674" cy="187674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F2735AB-D695-4E49-102E-B845FFA20158}"/>
              </a:ext>
            </a:extLst>
          </p:cNvPr>
          <p:cNvSpPr/>
          <p:nvPr/>
        </p:nvSpPr>
        <p:spPr>
          <a:xfrm>
            <a:off x="7381839" y="1902080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Graphic 41" descr="Processor outline">
            <a:extLst>
              <a:ext uri="{FF2B5EF4-FFF2-40B4-BE49-F238E27FC236}">
                <a16:creationId xmlns:a16="http://schemas.microsoft.com/office/drawing/2014/main" id="{87B5AC29-74B7-2989-EBC2-24E3044D2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381839" y="1904396"/>
            <a:ext cx="187674" cy="187674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74C2B62-EE2D-B97F-53D6-A267721B52EC}"/>
              </a:ext>
            </a:extLst>
          </p:cNvPr>
          <p:cNvSpPr/>
          <p:nvPr/>
        </p:nvSpPr>
        <p:spPr>
          <a:xfrm>
            <a:off x="7587850" y="2108711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Graphic 43" descr="Processor outline">
            <a:extLst>
              <a:ext uri="{FF2B5EF4-FFF2-40B4-BE49-F238E27FC236}">
                <a16:creationId xmlns:a16="http://schemas.microsoft.com/office/drawing/2014/main" id="{5FA8CDE1-9DB2-36B2-BE1F-03F0473095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587850" y="2111027"/>
            <a:ext cx="187674" cy="187674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24F2BC5-F2EA-B354-4C72-D9A468195473}"/>
              </a:ext>
            </a:extLst>
          </p:cNvPr>
          <p:cNvSpPr/>
          <p:nvPr/>
        </p:nvSpPr>
        <p:spPr>
          <a:xfrm>
            <a:off x="7587850" y="1903111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Graphic 45" descr="Processor outline">
            <a:extLst>
              <a:ext uri="{FF2B5EF4-FFF2-40B4-BE49-F238E27FC236}">
                <a16:creationId xmlns:a16="http://schemas.microsoft.com/office/drawing/2014/main" id="{D7B22507-C5E9-CBFD-C597-144338AB18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587850" y="1905427"/>
            <a:ext cx="187674" cy="187674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F335C70-3FB2-FCD0-3366-7C8DFBD3F753}"/>
              </a:ext>
            </a:extLst>
          </p:cNvPr>
          <p:cNvSpPr/>
          <p:nvPr/>
        </p:nvSpPr>
        <p:spPr>
          <a:xfrm>
            <a:off x="7381839" y="2512697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Graphic 47" descr="Processor outline">
            <a:extLst>
              <a:ext uri="{FF2B5EF4-FFF2-40B4-BE49-F238E27FC236}">
                <a16:creationId xmlns:a16="http://schemas.microsoft.com/office/drawing/2014/main" id="{6F68BF27-93F4-826A-F406-3F358A88CA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381839" y="2515013"/>
            <a:ext cx="187674" cy="187674"/>
          </a:xfrm>
          <a:prstGeom prst="rect">
            <a:avLst/>
          </a:prstGeom>
        </p:spPr>
      </p:pic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9D62E53-167F-B49D-D992-B8ED1D594C91}"/>
              </a:ext>
            </a:extLst>
          </p:cNvPr>
          <p:cNvSpPr/>
          <p:nvPr/>
        </p:nvSpPr>
        <p:spPr>
          <a:xfrm>
            <a:off x="7381839" y="2307097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Graphic 74" descr="Processor outline">
            <a:extLst>
              <a:ext uri="{FF2B5EF4-FFF2-40B4-BE49-F238E27FC236}">
                <a16:creationId xmlns:a16="http://schemas.microsoft.com/office/drawing/2014/main" id="{754CBFE6-DE8D-9377-3B47-2C63937AC9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381839" y="2309413"/>
            <a:ext cx="187674" cy="187674"/>
          </a:xfrm>
          <a:prstGeom prst="rect">
            <a:avLst/>
          </a:prstGeom>
        </p:spPr>
      </p:pic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F6455C77-49B9-3740-B335-1972881890C5}"/>
              </a:ext>
            </a:extLst>
          </p:cNvPr>
          <p:cNvSpPr/>
          <p:nvPr/>
        </p:nvSpPr>
        <p:spPr>
          <a:xfrm>
            <a:off x="7587850" y="2513728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Graphic 76" descr="Processor outline">
            <a:extLst>
              <a:ext uri="{FF2B5EF4-FFF2-40B4-BE49-F238E27FC236}">
                <a16:creationId xmlns:a16="http://schemas.microsoft.com/office/drawing/2014/main" id="{EF876973-BFFF-FF56-CC36-3C022C2320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587850" y="2516044"/>
            <a:ext cx="187674" cy="187674"/>
          </a:xfrm>
          <a:prstGeom prst="rect">
            <a:avLst/>
          </a:prstGeom>
        </p:spPr>
      </p:pic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FE36D0E-5919-8B89-6A4C-81839866DBE2}"/>
              </a:ext>
            </a:extLst>
          </p:cNvPr>
          <p:cNvSpPr/>
          <p:nvPr/>
        </p:nvSpPr>
        <p:spPr>
          <a:xfrm>
            <a:off x="7587850" y="2308128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Graphic 79" descr="Processor outline">
            <a:extLst>
              <a:ext uri="{FF2B5EF4-FFF2-40B4-BE49-F238E27FC236}">
                <a16:creationId xmlns:a16="http://schemas.microsoft.com/office/drawing/2014/main" id="{FACE8512-68A4-06A9-FDC9-8849AFF883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587850" y="2310444"/>
            <a:ext cx="187674" cy="187674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A747DFD5-E98B-B6E8-3ED3-5C980AB29CBE}"/>
              </a:ext>
            </a:extLst>
          </p:cNvPr>
          <p:cNvSpPr/>
          <p:nvPr/>
        </p:nvSpPr>
        <p:spPr>
          <a:xfrm>
            <a:off x="7380016" y="1899343"/>
            <a:ext cx="407365" cy="607821"/>
          </a:xfrm>
          <a:prstGeom prst="rect">
            <a:avLst/>
          </a:prstGeom>
          <a:solidFill>
            <a:schemeClr val="accent5">
              <a:alpha val="54000"/>
            </a:schemeClr>
          </a:solidFill>
          <a:ln w="3175"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25798F8-AFA8-EB41-8330-E699B1B76D81}"/>
              </a:ext>
            </a:extLst>
          </p:cNvPr>
          <p:cNvSpPr/>
          <p:nvPr/>
        </p:nvSpPr>
        <p:spPr>
          <a:xfrm>
            <a:off x="7378277" y="2507164"/>
            <a:ext cx="406627" cy="208801"/>
          </a:xfrm>
          <a:prstGeom prst="rect">
            <a:avLst/>
          </a:prstGeom>
          <a:solidFill>
            <a:schemeClr val="accent6">
              <a:alpha val="54000"/>
            </a:schemeClr>
          </a:solidFill>
          <a:ln w="3175"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B3D4291-1CF0-6373-6B89-2F4DF56DE474}"/>
              </a:ext>
            </a:extLst>
          </p:cNvPr>
          <p:cNvSpPr/>
          <p:nvPr/>
        </p:nvSpPr>
        <p:spPr>
          <a:xfrm>
            <a:off x="8026470" y="2103566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7" name="Graphic 86" descr="Processor outline">
            <a:extLst>
              <a:ext uri="{FF2B5EF4-FFF2-40B4-BE49-F238E27FC236}">
                <a16:creationId xmlns:a16="http://schemas.microsoft.com/office/drawing/2014/main" id="{D3A5DD10-7B7C-F526-9C87-38BEDF0B3C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026470" y="2105882"/>
            <a:ext cx="187674" cy="187674"/>
          </a:xfrm>
          <a:prstGeom prst="rect">
            <a:avLst/>
          </a:prstGeom>
        </p:spPr>
      </p:pic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2328F181-567A-C45F-6509-C7B5BB9D6F82}"/>
              </a:ext>
            </a:extLst>
          </p:cNvPr>
          <p:cNvSpPr/>
          <p:nvPr/>
        </p:nvSpPr>
        <p:spPr>
          <a:xfrm>
            <a:off x="8026470" y="1897966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9" name="Graphic 88" descr="Processor outline">
            <a:extLst>
              <a:ext uri="{FF2B5EF4-FFF2-40B4-BE49-F238E27FC236}">
                <a16:creationId xmlns:a16="http://schemas.microsoft.com/office/drawing/2014/main" id="{F142597F-350F-3AE9-3329-8597E12DC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026470" y="1900282"/>
            <a:ext cx="187674" cy="187674"/>
          </a:xfrm>
          <a:prstGeom prst="rect">
            <a:avLst/>
          </a:prstGeom>
        </p:spPr>
      </p:pic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A57CE691-AD28-5FA5-0062-1E1DAC95CA5D}"/>
              </a:ext>
            </a:extLst>
          </p:cNvPr>
          <p:cNvSpPr/>
          <p:nvPr/>
        </p:nvSpPr>
        <p:spPr>
          <a:xfrm>
            <a:off x="8232481" y="2104597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1" name="Graphic 90" descr="Processor outline">
            <a:extLst>
              <a:ext uri="{FF2B5EF4-FFF2-40B4-BE49-F238E27FC236}">
                <a16:creationId xmlns:a16="http://schemas.microsoft.com/office/drawing/2014/main" id="{BF808244-808A-1888-5DDE-F636B2FC6C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232481" y="2106913"/>
            <a:ext cx="187674" cy="187674"/>
          </a:xfrm>
          <a:prstGeom prst="rect">
            <a:avLst/>
          </a:prstGeom>
        </p:spPr>
      </p:pic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47521F33-8C60-E186-2D39-16AAFEF5C7D8}"/>
              </a:ext>
            </a:extLst>
          </p:cNvPr>
          <p:cNvSpPr/>
          <p:nvPr/>
        </p:nvSpPr>
        <p:spPr>
          <a:xfrm>
            <a:off x="8232481" y="1898997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3" name="Graphic 92" descr="Processor outline">
            <a:extLst>
              <a:ext uri="{FF2B5EF4-FFF2-40B4-BE49-F238E27FC236}">
                <a16:creationId xmlns:a16="http://schemas.microsoft.com/office/drawing/2014/main" id="{F2B40F60-FA02-BE15-DCDC-A52B67037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232481" y="1901313"/>
            <a:ext cx="187674" cy="187674"/>
          </a:xfrm>
          <a:prstGeom prst="rect">
            <a:avLst/>
          </a:prstGeom>
        </p:spPr>
      </p:pic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795CF0C-DA27-7E2B-6320-ED6B72C8A5F1}"/>
              </a:ext>
            </a:extLst>
          </p:cNvPr>
          <p:cNvSpPr/>
          <p:nvPr/>
        </p:nvSpPr>
        <p:spPr>
          <a:xfrm>
            <a:off x="8026470" y="2508583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6" name="Graphic 95" descr="Processor outline">
            <a:extLst>
              <a:ext uri="{FF2B5EF4-FFF2-40B4-BE49-F238E27FC236}">
                <a16:creationId xmlns:a16="http://schemas.microsoft.com/office/drawing/2014/main" id="{B35C4DBF-90EF-1688-207B-AFE9E2CE68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026470" y="2510899"/>
            <a:ext cx="187674" cy="187674"/>
          </a:xfrm>
          <a:prstGeom prst="rect">
            <a:avLst/>
          </a:prstGeom>
        </p:spPr>
      </p:pic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97862B2E-0587-83AE-27C3-73E3E18FEB50}"/>
              </a:ext>
            </a:extLst>
          </p:cNvPr>
          <p:cNvSpPr/>
          <p:nvPr/>
        </p:nvSpPr>
        <p:spPr>
          <a:xfrm>
            <a:off x="8026470" y="2302983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8" name="Graphic 97" descr="Processor outline">
            <a:extLst>
              <a:ext uri="{FF2B5EF4-FFF2-40B4-BE49-F238E27FC236}">
                <a16:creationId xmlns:a16="http://schemas.microsoft.com/office/drawing/2014/main" id="{7500DA81-08CC-F5F0-740E-CF4DB8CDBF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026470" y="2305299"/>
            <a:ext cx="187674" cy="187674"/>
          </a:xfrm>
          <a:prstGeom prst="rect">
            <a:avLst/>
          </a:prstGeom>
        </p:spPr>
      </p:pic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9746F9C3-D07E-797A-0C72-252D2AEC3934}"/>
              </a:ext>
            </a:extLst>
          </p:cNvPr>
          <p:cNvSpPr/>
          <p:nvPr/>
        </p:nvSpPr>
        <p:spPr>
          <a:xfrm>
            <a:off x="8232481" y="2509614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" name="Graphic 99" descr="Processor outline">
            <a:extLst>
              <a:ext uri="{FF2B5EF4-FFF2-40B4-BE49-F238E27FC236}">
                <a16:creationId xmlns:a16="http://schemas.microsoft.com/office/drawing/2014/main" id="{4EEC62E3-3403-7D5E-DFC5-CC046DECEC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232481" y="2511930"/>
            <a:ext cx="187674" cy="187674"/>
          </a:xfrm>
          <a:prstGeom prst="rect">
            <a:avLst/>
          </a:prstGeom>
        </p:spPr>
      </p:pic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4C31A9F5-915B-4A60-2572-25E65FD4BF0F}"/>
              </a:ext>
            </a:extLst>
          </p:cNvPr>
          <p:cNvSpPr/>
          <p:nvPr/>
        </p:nvSpPr>
        <p:spPr>
          <a:xfrm>
            <a:off x="8232481" y="2304014"/>
            <a:ext cx="187674" cy="195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" name="Graphic 102" descr="Processor outline">
            <a:extLst>
              <a:ext uri="{FF2B5EF4-FFF2-40B4-BE49-F238E27FC236}">
                <a16:creationId xmlns:a16="http://schemas.microsoft.com/office/drawing/2014/main" id="{0ADD550C-AA57-5F81-7279-02EDAC9CFB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232481" y="2306330"/>
            <a:ext cx="187674" cy="187674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BBD7BD59-DC6F-4DEE-27AE-BE1E1A24B443}"/>
              </a:ext>
            </a:extLst>
          </p:cNvPr>
          <p:cNvSpPr/>
          <p:nvPr/>
        </p:nvSpPr>
        <p:spPr>
          <a:xfrm>
            <a:off x="8024647" y="1895230"/>
            <a:ext cx="407365" cy="409206"/>
          </a:xfrm>
          <a:prstGeom prst="rect">
            <a:avLst/>
          </a:prstGeom>
          <a:solidFill>
            <a:schemeClr val="accent5">
              <a:alpha val="54000"/>
            </a:schemeClr>
          </a:solidFill>
          <a:ln w="3175"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CAC289A-9FCE-9F85-20B5-FB19E51A559A}"/>
              </a:ext>
            </a:extLst>
          </p:cNvPr>
          <p:cNvSpPr/>
          <p:nvPr/>
        </p:nvSpPr>
        <p:spPr>
          <a:xfrm>
            <a:off x="8022908" y="2304436"/>
            <a:ext cx="406627" cy="407416"/>
          </a:xfrm>
          <a:prstGeom prst="rect">
            <a:avLst/>
          </a:prstGeom>
          <a:solidFill>
            <a:schemeClr val="accent6">
              <a:alpha val="54000"/>
            </a:schemeClr>
          </a:solidFill>
          <a:ln w="3175"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4C063DA1-B372-42B6-45AA-48137F9E02C9}"/>
              </a:ext>
            </a:extLst>
          </p:cNvPr>
          <p:cNvSpPr/>
          <p:nvPr/>
        </p:nvSpPr>
        <p:spPr>
          <a:xfrm>
            <a:off x="6855905" y="1937030"/>
            <a:ext cx="148762" cy="130969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3298B86-0B95-BF28-12DF-6CEFBAE539B1}"/>
              </a:ext>
            </a:extLst>
          </p:cNvPr>
          <p:cNvSpPr/>
          <p:nvPr/>
        </p:nvSpPr>
        <p:spPr>
          <a:xfrm>
            <a:off x="7496471" y="2146789"/>
            <a:ext cx="148762" cy="130969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4F56F16C-CD89-E293-5ECF-ABD5305332BF}"/>
              </a:ext>
            </a:extLst>
          </p:cNvPr>
          <p:cNvSpPr/>
          <p:nvPr/>
        </p:nvSpPr>
        <p:spPr>
          <a:xfrm>
            <a:off x="8145588" y="2043141"/>
            <a:ext cx="148762" cy="130969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CF64E135-E5AE-FCCC-330F-852372E3A56C}"/>
              </a:ext>
            </a:extLst>
          </p:cNvPr>
          <p:cNvSpPr/>
          <p:nvPr/>
        </p:nvSpPr>
        <p:spPr>
          <a:xfrm>
            <a:off x="8144208" y="2440135"/>
            <a:ext cx="148762" cy="130969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5EC8EAD-B5B2-33FB-7A94-60004776CFC1}"/>
              </a:ext>
            </a:extLst>
          </p:cNvPr>
          <p:cNvSpPr/>
          <p:nvPr/>
        </p:nvSpPr>
        <p:spPr>
          <a:xfrm>
            <a:off x="7492457" y="2537561"/>
            <a:ext cx="148762" cy="130969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A2D32121-9744-6D99-F3C6-EC4FB07AFB3B}"/>
              </a:ext>
            </a:extLst>
          </p:cNvPr>
          <p:cNvSpPr/>
          <p:nvPr/>
        </p:nvSpPr>
        <p:spPr>
          <a:xfrm>
            <a:off x="6843662" y="2339386"/>
            <a:ext cx="148762" cy="130969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P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BD728B1-6913-4AAA-5C7A-4B013D5D5FD8}"/>
              </a:ext>
            </a:extLst>
          </p:cNvPr>
          <p:cNvCxnSpPr>
            <a:cxnSpLocks/>
            <a:stCxn id="115" idx="2"/>
          </p:cNvCxnSpPr>
          <p:nvPr/>
        </p:nvCxnSpPr>
        <p:spPr>
          <a:xfrm flipH="1">
            <a:off x="8226581" y="2745265"/>
            <a:ext cx="1" cy="384820"/>
          </a:xfrm>
          <a:prstGeom prst="line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CEBD0D10-BBF2-7D5A-9BAF-B1419054F91F}"/>
              </a:ext>
            </a:extLst>
          </p:cNvPr>
          <p:cNvCxnSpPr>
            <a:cxnSpLocks/>
          </p:cNvCxnSpPr>
          <p:nvPr/>
        </p:nvCxnSpPr>
        <p:spPr>
          <a:xfrm flipH="1">
            <a:off x="7574546" y="2745265"/>
            <a:ext cx="1" cy="384820"/>
          </a:xfrm>
          <a:prstGeom prst="line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1F9857E-C896-FAAB-2A29-3E1160752C8A}"/>
              </a:ext>
            </a:extLst>
          </p:cNvPr>
          <p:cNvCxnSpPr>
            <a:cxnSpLocks/>
          </p:cNvCxnSpPr>
          <p:nvPr/>
        </p:nvCxnSpPr>
        <p:spPr>
          <a:xfrm>
            <a:off x="6933260" y="2735162"/>
            <a:ext cx="3532" cy="394923"/>
          </a:xfrm>
          <a:prstGeom prst="line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66F04B7A-43AC-9FE6-0EE9-F65AF18E56B0}"/>
              </a:ext>
            </a:extLst>
          </p:cNvPr>
          <p:cNvSpPr/>
          <p:nvPr/>
        </p:nvSpPr>
        <p:spPr>
          <a:xfrm>
            <a:off x="7495132" y="2866102"/>
            <a:ext cx="148762" cy="130969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99EB8E57-D668-424B-12F9-32AC144CD8C8}"/>
              </a:ext>
            </a:extLst>
          </p:cNvPr>
          <p:cNvSpPr/>
          <p:nvPr/>
        </p:nvSpPr>
        <p:spPr>
          <a:xfrm>
            <a:off x="8152200" y="2872043"/>
            <a:ext cx="148762" cy="130969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8658858A-70ED-5EFF-C818-33A9EE09804B}"/>
              </a:ext>
            </a:extLst>
          </p:cNvPr>
          <p:cNvSpPr/>
          <p:nvPr/>
        </p:nvSpPr>
        <p:spPr>
          <a:xfrm>
            <a:off x="6858813" y="2860949"/>
            <a:ext cx="148762" cy="130969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F272472D-E837-87E9-6F43-BF1F65B6D405}"/>
              </a:ext>
            </a:extLst>
          </p:cNvPr>
          <p:cNvCxnSpPr>
            <a:cxnSpLocks/>
            <a:stCxn id="178" idx="0"/>
          </p:cNvCxnSpPr>
          <p:nvPr/>
        </p:nvCxnSpPr>
        <p:spPr>
          <a:xfrm flipV="1">
            <a:off x="6936135" y="1505640"/>
            <a:ext cx="461" cy="262651"/>
          </a:xfrm>
          <a:prstGeom prst="line">
            <a:avLst/>
          </a:prstGeom>
          <a:ln w="12700"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EB564D2-CFDE-D7AA-3EE8-C9F9261214BE}"/>
              </a:ext>
            </a:extLst>
          </p:cNvPr>
          <p:cNvCxnSpPr>
            <a:cxnSpLocks/>
          </p:cNvCxnSpPr>
          <p:nvPr/>
        </p:nvCxnSpPr>
        <p:spPr>
          <a:xfrm flipV="1">
            <a:off x="7580616" y="1501529"/>
            <a:ext cx="0" cy="248690"/>
          </a:xfrm>
          <a:prstGeom prst="line">
            <a:avLst/>
          </a:prstGeom>
          <a:ln w="12700"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C2B1F4CE-84A6-253E-AA33-509F467EE21E}"/>
              </a:ext>
            </a:extLst>
          </p:cNvPr>
          <p:cNvCxnSpPr>
            <a:cxnSpLocks/>
            <a:stCxn id="180" idx="0"/>
          </p:cNvCxnSpPr>
          <p:nvPr/>
        </p:nvCxnSpPr>
        <p:spPr>
          <a:xfrm flipV="1">
            <a:off x="8226581" y="1498354"/>
            <a:ext cx="0" cy="268793"/>
          </a:xfrm>
          <a:prstGeom prst="line">
            <a:avLst/>
          </a:prstGeom>
          <a:ln w="12700"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2A33A32-F962-78D8-89B9-81FBE533F425}"/>
              </a:ext>
            </a:extLst>
          </p:cNvPr>
          <p:cNvCxnSpPr>
            <a:cxnSpLocks/>
            <a:stCxn id="159" idx="0"/>
          </p:cNvCxnSpPr>
          <p:nvPr/>
        </p:nvCxnSpPr>
        <p:spPr>
          <a:xfrm flipH="1" flipV="1">
            <a:off x="5266657" y="1517650"/>
            <a:ext cx="1" cy="276967"/>
          </a:xfrm>
          <a:prstGeom prst="line">
            <a:avLst/>
          </a:prstGeom>
          <a:ln w="12700"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E453A40A-06A2-3C02-FEEE-AF23EAAA027A}"/>
              </a:ext>
            </a:extLst>
          </p:cNvPr>
          <p:cNvCxnSpPr>
            <a:cxnSpLocks/>
          </p:cNvCxnSpPr>
          <p:nvPr/>
        </p:nvCxnSpPr>
        <p:spPr>
          <a:xfrm flipV="1">
            <a:off x="5266657" y="1499387"/>
            <a:ext cx="2959924" cy="11643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4411F52-13A7-7DFB-E0DB-C6E03C0F3843}"/>
              </a:ext>
            </a:extLst>
          </p:cNvPr>
          <p:cNvSpPr txBox="1"/>
          <p:nvPr/>
        </p:nvSpPr>
        <p:spPr>
          <a:xfrm>
            <a:off x="6686551" y="1552572"/>
            <a:ext cx="511277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/>
              <a:t>Compute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BA1D8CC-5A59-AA28-8835-47DE27AC6FB3}"/>
              </a:ext>
            </a:extLst>
          </p:cNvPr>
          <p:cNvSpPr txBox="1"/>
          <p:nvPr/>
        </p:nvSpPr>
        <p:spPr>
          <a:xfrm>
            <a:off x="6755588" y="1768291"/>
            <a:ext cx="361093" cy="923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" dirty="0"/>
              <a:t>CPUs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3B9EE1B-4ADB-DFDD-C91C-811032259298}"/>
              </a:ext>
            </a:extLst>
          </p:cNvPr>
          <p:cNvSpPr txBox="1"/>
          <p:nvPr/>
        </p:nvSpPr>
        <p:spPr>
          <a:xfrm>
            <a:off x="7400065" y="1757021"/>
            <a:ext cx="361093" cy="923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" dirty="0"/>
              <a:t>DPUs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7234830-7F12-E730-D8BE-6B56880DF4FB}"/>
              </a:ext>
            </a:extLst>
          </p:cNvPr>
          <p:cNvSpPr txBox="1"/>
          <p:nvPr/>
        </p:nvSpPr>
        <p:spPr>
          <a:xfrm>
            <a:off x="8046034" y="1767147"/>
            <a:ext cx="361093" cy="923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" dirty="0"/>
              <a:t>GPUs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ECE62D5-83B2-7513-430C-819D15A03E5F}"/>
              </a:ext>
            </a:extLst>
          </p:cNvPr>
          <p:cNvCxnSpPr>
            <a:cxnSpLocks/>
            <a:stCxn id="61" idx="1"/>
            <a:endCxn id="110" idx="3"/>
          </p:cNvCxnSpPr>
          <p:nvPr/>
        </p:nvCxnSpPr>
        <p:spPr>
          <a:xfrm flipH="1" flipV="1">
            <a:off x="6099998" y="4420459"/>
            <a:ext cx="619161" cy="1"/>
          </a:xfrm>
          <a:prstGeom prst="line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8" name="Oval 227">
            <a:extLst>
              <a:ext uri="{FF2B5EF4-FFF2-40B4-BE49-F238E27FC236}">
                <a16:creationId xmlns:a16="http://schemas.microsoft.com/office/drawing/2014/main" id="{493FE841-8CEF-A2D2-7D6C-005961A1D301}"/>
              </a:ext>
            </a:extLst>
          </p:cNvPr>
          <p:cNvSpPr/>
          <p:nvPr/>
        </p:nvSpPr>
        <p:spPr>
          <a:xfrm>
            <a:off x="6348433" y="4340979"/>
            <a:ext cx="148762" cy="130969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26292D-1ED9-69EA-8FA8-2BD387BD9DAB}"/>
              </a:ext>
            </a:extLst>
          </p:cNvPr>
          <p:cNvCxnSpPr>
            <a:cxnSpLocks/>
            <a:stCxn id="59" idx="2"/>
            <a:endCxn id="50" idx="0"/>
          </p:cNvCxnSpPr>
          <p:nvPr/>
        </p:nvCxnSpPr>
        <p:spPr>
          <a:xfrm flipH="1">
            <a:off x="7526355" y="3475364"/>
            <a:ext cx="1" cy="213332"/>
          </a:xfrm>
          <a:prstGeom prst="line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4C1B2D-D49C-B1FE-8FA9-B87C391C0CD6}"/>
              </a:ext>
            </a:extLst>
          </p:cNvPr>
          <p:cNvCxnSpPr>
            <a:cxnSpLocks/>
            <a:stCxn id="50" idx="2"/>
            <a:endCxn id="61" idx="0"/>
          </p:cNvCxnSpPr>
          <p:nvPr/>
        </p:nvCxnSpPr>
        <p:spPr>
          <a:xfrm>
            <a:off x="7526355" y="4033975"/>
            <a:ext cx="0" cy="213845"/>
          </a:xfrm>
          <a:prstGeom prst="line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899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D2647126-85BD-CE9F-B210-226A5E75A26A}"/>
              </a:ext>
            </a:extLst>
          </p:cNvPr>
          <p:cNvSpPr>
            <a:spLocks/>
          </p:cNvSpPr>
          <p:nvPr/>
        </p:nvSpPr>
        <p:spPr>
          <a:xfrm>
            <a:off x="1176573" y="1870909"/>
            <a:ext cx="2872503" cy="333375"/>
          </a:xfrm>
          <a:prstGeom prst="rect">
            <a:avLst/>
          </a:prstGeom>
          <a:ln w="6350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4D40143-90A4-46DC-809D-4BBA1AD898FA}"/>
              </a:ext>
            </a:extLst>
          </p:cNvPr>
          <p:cNvSpPr/>
          <p:nvPr/>
        </p:nvSpPr>
        <p:spPr>
          <a:xfrm>
            <a:off x="1176572" y="2446434"/>
            <a:ext cx="2872503" cy="333375"/>
          </a:xfrm>
          <a:prstGeom prst="rect">
            <a:avLst/>
          </a:prstGeom>
          <a:ln w="6350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DF9EAB0-DC56-6FBA-8F34-6B5CE94482AD}"/>
              </a:ext>
            </a:extLst>
          </p:cNvPr>
          <p:cNvCxnSpPr>
            <a:cxnSpLocks/>
          </p:cNvCxnSpPr>
          <p:nvPr/>
        </p:nvCxnSpPr>
        <p:spPr>
          <a:xfrm flipV="1">
            <a:off x="1573845" y="2037599"/>
            <a:ext cx="2441257" cy="1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DC549D0-6AB0-96A5-1DDF-3D365D369CD4}"/>
              </a:ext>
            </a:extLst>
          </p:cNvPr>
          <p:cNvSpPr txBox="1"/>
          <p:nvPr/>
        </p:nvSpPr>
        <p:spPr>
          <a:xfrm>
            <a:off x="1161412" y="1914489"/>
            <a:ext cx="4689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Time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E26CE0-0431-4628-0EAF-5CBAA9885E6B}"/>
              </a:ext>
            </a:extLst>
          </p:cNvPr>
          <p:cNvSpPr/>
          <p:nvPr/>
        </p:nvSpPr>
        <p:spPr>
          <a:xfrm>
            <a:off x="1829592" y="1953543"/>
            <a:ext cx="597693" cy="168111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Compute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C67A2E-2496-FE22-E9EF-229D75872DEA}"/>
              </a:ext>
            </a:extLst>
          </p:cNvPr>
          <p:cNvSpPr/>
          <p:nvPr/>
        </p:nvSpPr>
        <p:spPr>
          <a:xfrm>
            <a:off x="2430619" y="1953543"/>
            <a:ext cx="399097" cy="168111"/>
          </a:xfrm>
          <a:prstGeom prst="roundRect">
            <a:avLst/>
          </a:prstGeom>
          <a:ln w="63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I/O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CB3CB01-CC43-1453-2A99-3E06E3F4BC0B}"/>
              </a:ext>
            </a:extLst>
          </p:cNvPr>
          <p:cNvSpPr/>
          <p:nvPr/>
        </p:nvSpPr>
        <p:spPr>
          <a:xfrm>
            <a:off x="2836384" y="1953543"/>
            <a:ext cx="597693" cy="168111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Compute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5D5A5B1-E623-176D-A593-BCDBC7824966}"/>
              </a:ext>
            </a:extLst>
          </p:cNvPr>
          <p:cNvSpPr/>
          <p:nvPr/>
        </p:nvSpPr>
        <p:spPr>
          <a:xfrm>
            <a:off x="3440745" y="1953541"/>
            <a:ext cx="399097" cy="168113"/>
          </a:xfrm>
          <a:prstGeom prst="roundRect">
            <a:avLst/>
          </a:prstGeom>
          <a:ln w="63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I/O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5D5FAD8-2530-3A96-2FC6-20B6CCEEA571}"/>
              </a:ext>
            </a:extLst>
          </p:cNvPr>
          <p:cNvCxnSpPr>
            <a:cxnSpLocks/>
          </p:cNvCxnSpPr>
          <p:nvPr/>
        </p:nvCxnSpPr>
        <p:spPr>
          <a:xfrm flipV="1">
            <a:off x="1573844" y="2615344"/>
            <a:ext cx="2441258" cy="5832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B42CB90-8920-F1BE-49E4-30BCD91C8F8F}"/>
              </a:ext>
            </a:extLst>
          </p:cNvPr>
          <p:cNvSpPr txBox="1"/>
          <p:nvPr/>
        </p:nvSpPr>
        <p:spPr>
          <a:xfrm>
            <a:off x="1161412" y="2498065"/>
            <a:ext cx="4689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Time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69637CE-1FD2-7B63-303A-4E25653FE082}"/>
              </a:ext>
            </a:extLst>
          </p:cNvPr>
          <p:cNvSpPr/>
          <p:nvPr/>
        </p:nvSpPr>
        <p:spPr>
          <a:xfrm>
            <a:off x="2238690" y="2531287"/>
            <a:ext cx="597693" cy="168115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Compute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7BF213A-8A1F-28B7-3FC3-900D0C365A40}"/>
              </a:ext>
            </a:extLst>
          </p:cNvPr>
          <p:cNvSpPr/>
          <p:nvPr/>
        </p:nvSpPr>
        <p:spPr>
          <a:xfrm>
            <a:off x="1832925" y="2531287"/>
            <a:ext cx="399097" cy="168114"/>
          </a:xfrm>
          <a:prstGeom prst="roundRect">
            <a:avLst/>
          </a:prstGeom>
          <a:ln w="63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I/O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36B3B1D-328C-0A7E-6984-01DD6BF4B0A5}"/>
              </a:ext>
            </a:extLst>
          </p:cNvPr>
          <p:cNvSpPr/>
          <p:nvPr/>
        </p:nvSpPr>
        <p:spPr>
          <a:xfrm>
            <a:off x="3248816" y="2531287"/>
            <a:ext cx="597693" cy="168113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Compute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02DEDFE-9721-5509-5CD7-02E9AD46C629}"/>
              </a:ext>
            </a:extLst>
          </p:cNvPr>
          <p:cNvSpPr/>
          <p:nvPr/>
        </p:nvSpPr>
        <p:spPr>
          <a:xfrm>
            <a:off x="2843051" y="2531287"/>
            <a:ext cx="399097" cy="168114"/>
          </a:xfrm>
          <a:prstGeom prst="roundRect">
            <a:avLst/>
          </a:prstGeom>
          <a:ln w="63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I/O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778F5A4-F84D-D181-0D6B-031A7376D988}"/>
              </a:ext>
            </a:extLst>
          </p:cNvPr>
          <p:cNvSpPr/>
          <p:nvPr/>
        </p:nvSpPr>
        <p:spPr>
          <a:xfrm>
            <a:off x="1216975" y="2398809"/>
            <a:ext cx="561975" cy="93425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BDCATS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C6BD6F1-C4D9-BFF0-5608-3209F541D865}"/>
              </a:ext>
            </a:extLst>
          </p:cNvPr>
          <p:cNvSpPr/>
          <p:nvPr/>
        </p:nvSpPr>
        <p:spPr>
          <a:xfrm>
            <a:off x="1216975" y="1821064"/>
            <a:ext cx="413386" cy="93425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VPIC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CF237334-70F4-44E3-6528-3717037AD131}"/>
              </a:ext>
            </a:extLst>
          </p:cNvPr>
          <p:cNvSpPr/>
          <p:nvPr/>
        </p:nvSpPr>
        <p:spPr>
          <a:xfrm>
            <a:off x="2032474" y="1679722"/>
            <a:ext cx="597693" cy="110843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Step 1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3E5BD43-F1D9-EAA4-82AF-151B5F56D4DD}"/>
              </a:ext>
            </a:extLst>
          </p:cNvPr>
          <p:cNvSpPr/>
          <p:nvPr/>
        </p:nvSpPr>
        <p:spPr>
          <a:xfrm>
            <a:off x="3042600" y="1684065"/>
            <a:ext cx="597693" cy="110843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Step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D6F2FA-C0F2-6CC8-ED29-47DBA87F0FD3}"/>
              </a:ext>
            </a:extLst>
          </p:cNvPr>
          <p:cNvSpPr/>
          <p:nvPr/>
        </p:nvSpPr>
        <p:spPr>
          <a:xfrm>
            <a:off x="2032474" y="2260131"/>
            <a:ext cx="597693" cy="110843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Step 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35692F-EF3C-D1EA-B251-A478A904270B}"/>
              </a:ext>
            </a:extLst>
          </p:cNvPr>
          <p:cNvSpPr/>
          <p:nvPr/>
        </p:nvSpPr>
        <p:spPr>
          <a:xfrm>
            <a:off x="3042600" y="2264474"/>
            <a:ext cx="597693" cy="110843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Step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1827B9-AB4C-865F-4BA3-48894F2BE69E}"/>
              </a:ext>
            </a:extLst>
          </p:cNvPr>
          <p:cNvCxnSpPr>
            <a:cxnSpLocks/>
          </p:cNvCxnSpPr>
          <p:nvPr/>
        </p:nvCxnSpPr>
        <p:spPr>
          <a:xfrm>
            <a:off x="1829592" y="2446434"/>
            <a:ext cx="0" cy="333375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3310FF-1968-8CAD-9AFE-D7C008DA6F7C}"/>
              </a:ext>
            </a:extLst>
          </p:cNvPr>
          <p:cNvCxnSpPr>
            <a:cxnSpLocks/>
          </p:cNvCxnSpPr>
          <p:nvPr/>
        </p:nvCxnSpPr>
        <p:spPr>
          <a:xfrm>
            <a:off x="2836383" y="2446434"/>
            <a:ext cx="0" cy="333375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224658-30EF-42D4-D31F-9EA64E91078A}"/>
              </a:ext>
            </a:extLst>
          </p:cNvPr>
          <p:cNvCxnSpPr>
            <a:cxnSpLocks/>
          </p:cNvCxnSpPr>
          <p:nvPr/>
        </p:nvCxnSpPr>
        <p:spPr>
          <a:xfrm>
            <a:off x="3846509" y="2446434"/>
            <a:ext cx="0" cy="333375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66BF9F-9EAF-3B54-5E38-C8D4222FD493}"/>
              </a:ext>
            </a:extLst>
          </p:cNvPr>
          <p:cNvCxnSpPr>
            <a:cxnSpLocks/>
          </p:cNvCxnSpPr>
          <p:nvPr/>
        </p:nvCxnSpPr>
        <p:spPr>
          <a:xfrm>
            <a:off x="1829592" y="1870909"/>
            <a:ext cx="0" cy="333375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C62B83-20F3-1AFC-9849-E68FCDBC2605}"/>
              </a:ext>
            </a:extLst>
          </p:cNvPr>
          <p:cNvCxnSpPr>
            <a:cxnSpLocks/>
          </p:cNvCxnSpPr>
          <p:nvPr/>
        </p:nvCxnSpPr>
        <p:spPr>
          <a:xfrm>
            <a:off x="2832412" y="1870909"/>
            <a:ext cx="0" cy="333375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27ACF15-064E-2115-6FC4-AA52941CAD6C}"/>
              </a:ext>
            </a:extLst>
          </p:cNvPr>
          <p:cNvCxnSpPr>
            <a:cxnSpLocks/>
          </p:cNvCxnSpPr>
          <p:nvPr/>
        </p:nvCxnSpPr>
        <p:spPr>
          <a:xfrm>
            <a:off x="3846509" y="1870908"/>
            <a:ext cx="0" cy="333375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DFA95E-7954-EC0A-2CA3-8E013352D849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826257" y="2315553"/>
            <a:ext cx="206217" cy="130881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075342-770D-B0F5-6A37-EB5412CD0503}"/>
              </a:ext>
            </a:extLst>
          </p:cNvPr>
          <p:cNvCxnSpPr>
            <a:cxnSpLocks/>
          </p:cNvCxnSpPr>
          <p:nvPr/>
        </p:nvCxnSpPr>
        <p:spPr>
          <a:xfrm flipH="1">
            <a:off x="1822605" y="1742254"/>
            <a:ext cx="206217" cy="130881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AB8AF9D-E341-68C8-CAFD-33932F257AA4}"/>
              </a:ext>
            </a:extLst>
          </p:cNvPr>
          <p:cNvCxnSpPr>
            <a:cxnSpLocks/>
          </p:cNvCxnSpPr>
          <p:nvPr/>
        </p:nvCxnSpPr>
        <p:spPr>
          <a:xfrm flipH="1">
            <a:off x="2832412" y="1739486"/>
            <a:ext cx="206217" cy="130881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97FC501-DA6D-7F40-2D27-795FDC29A347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2630167" y="1735144"/>
            <a:ext cx="199549" cy="135223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67E212D-F679-7F73-D772-1BF1069CFD6C}"/>
              </a:ext>
            </a:extLst>
          </p:cNvPr>
          <p:cNvCxnSpPr>
            <a:cxnSpLocks/>
            <a:stCxn id="79" idx="3"/>
          </p:cNvCxnSpPr>
          <p:nvPr/>
        </p:nvCxnSpPr>
        <p:spPr>
          <a:xfrm>
            <a:off x="3640293" y="1739487"/>
            <a:ext cx="206216" cy="135765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E053D89-32C7-AC36-ABD6-F51DD8D0714E}"/>
              </a:ext>
            </a:extLst>
          </p:cNvPr>
          <p:cNvCxnSpPr>
            <a:cxnSpLocks/>
          </p:cNvCxnSpPr>
          <p:nvPr/>
        </p:nvCxnSpPr>
        <p:spPr>
          <a:xfrm>
            <a:off x="2630166" y="2313382"/>
            <a:ext cx="199549" cy="135223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1F28C68-48B3-19C8-30FD-3A91FAA26C20}"/>
              </a:ext>
            </a:extLst>
          </p:cNvPr>
          <p:cNvCxnSpPr>
            <a:cxnSpLocks/>
          </p:cNvCxnSpPr>
          <p:nvPr/>
        </p:nvCxnSpPr>
        <p:spPr>
          <a:xfrm>
            <a:off x="3640293" y="2318868"/>
            <a:ext cx="206216" cy="135765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0B156B-7F12-E5BB-CF62-8B6ADCE632A1}"/>
              </a:ext>
            </a:extLst>
          </p:cNvPr>
          <p:cNvCxnSpPr>
            <a:cxnSpLocks/>
          </p:cNvCxnSpPr>
          <p:nvPr/>
        </p:nvCxnSpPr>
        <p:spPr>
          <a:xfrm flipH="1">
            <a:off x="2834558" y="2317724"/>
            <a:ext cx="206217" cy="130881"/>
          </a:xfrm>
          <a:prstGeom prst="line">
            <a:avLst/>
          </a:prstGeom>
          <a:ln w="63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11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3CFC9B-578B-144E-D221-301653580167}"/>
              </a:ext>
            </a:extLst>
          </p:cNvPr>
          <p:cNvSpPr/>
          <p:nvPr/>
        </p:nvSpPr>
        <p:spPr>
          <a:xfrm>
            <a:off x="1181130" y="4499335"/>
            <a:ext cx="2872503" cy="584652"/>
          </a:xfrm>
          <a:prstGeom prst="rect">
            <a:avLst/>
          </a:prstGeom>
          <a:ln w="6350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698ECD-4271-E4F9-3799-8C8857CBC210}"/>
              </a:ext>
            </a:extLst>
          </p:cNvPr>
          <p:cNvSpPr>
            <a:spLocks/>
          </p:cNvSpPr>
          <p:nvPr/>
        </p:nvSpPr>
        <p:spPr>
          <a:xfrm>
            <a:off x="1176573" y="3455215"/>
            <a:ext cx="2872503" cy="584652"/>
          </a:xfrm>
          <a:prstGeom prst="rect">
            <a:avLst/>
          </a:prstGeom>
          <a:ln w="6350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CCA00-FD09-03F1-AD65-DA313D16E43D}"/>
              </a:ext>
            </a:extLst>
          </p:cNvPr>
          <p:cNvSpPr/>
          <p:nvPr/>
        </p:nvSpPr>
        <p:spPr>
          <a:xfrm>
            <a:off x="2429520" y="3459192"/>
            <a:ext cx="403479" cy="580675"/>
          </a:xfrm>
          <a:prstGeom prst="rect">
            <a:avLst/>
          </a:prstGeom>
          <a:solidFill>
            <a:srgbClr val="FFFF00">
              <a:alpha val="63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6687E8-FD54-C71A-07F8-670ED66D4B25}"/>
              </a:ext>
            </a:extLst>
          </p:cNvPr>
          <p:cNvCxnSpPr>
            <a:cxnSpLocks/>
          </p:cNvCxnSpPr>
          <p:nvPr/>
        </p:nvCxnSpPr>
        <p:spPr>
          <a:xfrm>
            <a:off x="2433011" y="4502473"/>
            <a:ext cx="5897" cy="58699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A7A49F-781E-E5E9-AAA4-ECB32836D43F}"/>
              </a:ext>
            </a:extLst>
          </p:cNvPr>
          <p:cNvCxnSpPr>
            <a:cxnSpLocks/>
          </p:cNvCxnSpPr>
          <p:nvPr/>
        </p:nvCxnSpPr>
        <p:spPr>
          <a:xfrm flipV="1">
            <a:off x="1573845" y="3873182"/>
            <a:ext cx="2441257" cy="1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D46DDA9-31BD-D352-E8B7-B34C03C7DD14}"/>
              </a:ext>
            </a:extLst>
          </p:cNvPr>
          <p:cNvSpPr txBox="1"/>
          <p:nvPr/>
        </p:nvSpPr>
        <p:spPr>
          <a:xfrm>
            <a:off x="1274672" y="3393129"/>
            <a:ext cx="338554" cy="55044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Time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05DB52-B707-003E-7F76-98052CCE4E41}"/>
              </a:ext>
            </a:extLst>
          </p:cNvPr>
          <p:cNvSpPr/>
          <p:nvPr/>
        </p:nvSpPr>
        <p:spPr>
          <a:xfrm>
            <a:off x="2427285" y="3793969"/>
            <a:ext cx="399097" cy="168111"/>
          </a:xfrm>
          <a:prstGeom prst="roundRect">
            <a:avLst/>
          </a:prstGeom>
          <a:ln w="63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I/O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6D958C-A82D-76F1-6B23-58B7B026572E}"/>
              </a:ext>
            </a:extLst>
          </p:cNvPr>
          <p:cNvSpPr/>
          <p:nvPr/>
        </p:nvSpPr>
        <p:spPr>
          <a:xfrm>
            <a:off x="3025304" y="3796549"/>
            <a:ext cx="399097" cy="168113"/>
          </a:xfrm>
          <a:prstGeom prst="roundRect">
            <a:avLst/>
          </a:prstGeom>
          <a:ln w="63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I/O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6BFFA8-B89A-6A43-B19F-2B5FA21E84AA}"/>
              </a:ext>
            </a:extLst>
          </p:cNvPr>
          <p:cNvCxnSpPr>
            <a:cxnSpLocks/>
          </p:cNvCxnSpPr>
          <p:nvPr/>
        </p:nvCxnSpPr>
        <p:spPr>
          <a:xfrm flipV="1">
            <a:off x="1578402" y="4925003"/>
            <a:ext cx="2441258" cy="5832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6412067-1D8D-C29A-3B7F-EE62D407E0BA}"/>
              </a:ext>
            </a:extLst>
          </p:cNvPr>
          <p:cNvSpPr txBox="1"/>
          <p:nvPr/>
        </p:nvSpPr>
        <p:spPr>
          <a:xfrm>
            <a:off x="1253275" y="4440312"/>
            <a:ext cx="338554" cy="55884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Time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F44FC66-1717-4F27-F07C-17CBBA2515A0}"/>
              </a:ext>
            </a:extLst>
          </p:cNvPr>
          <p:cNvSpPr/>
          <p:nvPr/>
        </p:nvSpPr>
        <p:spPr>
          <a:xfrm>
            <a:off x="2845942" y="4836055"/>
            <a:ext cx="597693" cy="168113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Compute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5F79E6-B8F0-A6B5-E7CF-C7B0EB87B463}"/>
              </a:ext>
            </a:extLst>
          </p:cNvPr>
          <p:cNvSpPr/>
          <p:nvPr/>
        </p:nvSpPr>
        <p:spPr>
          <a:xfrm>
            <a:off x="1215104" y="4455761"/>
            <a:ext cx="561975" cy="93425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BDCATS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E2B4EA-A939-8881-4CD9-7B03B3626B9F}"/>
              </a:ext>
            </a:extLst>
          </p:cNvPr>
          <p:cNvSpPr/>
          <p:nvPr/>
        </p:nvSpPr>
        <p:spPr>
          <a:xfrm>
            <a:off x="1237256" y="3410391"/>
            <a:ext cx="413386" cy="93425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VPIC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476FA3B-77F2-B5A0-0444-980348621A31}"/>
              </a:ext>
            </a:extLst>
          </p:cNvPr>
          <p:cNvCxnSpPr>
            <a:cxnSpLocks/>
          </p:cNvCxnSpPr>
          <p:nvPr/>
        </p:nvCxnSpPr>
        <p:spPr>
          <a:xfrm flipV="1">
            <a:off x="1571734" y="4678782"/>
            <a:ext cx="2441258" cy="5832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C5BF01-8EDA-6FB3-FD0C-D5419C454E63}"/>
              </a:ext>
            </a:extLst>
          </p:cNvPr>
          <p:cNvSpPr/>
          <p:nvPr/>
        </p:nvSpPr>
        <p:spPr>
          <a:xfrm>
            <a:off x="1830815" y="4594725"/>
            <a:ext cx="399097" cy="168114"/>
          </a:xfrm>
          <a:prstGeom prst="roundRect">
            <a:avLst/>
          </a:prstGeom>
          <a:ln w="63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I/O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3AAA6CC-BFD1-7413-EF13-8E97A2C6554A}"/>
              </a:ext>
            </a:extLst>
          </p:cNvPr>
          <p:cNvCxnSpPr>
            <a:cxnSpLocks/>
          </p:cNvCxnSpPr>
          <p:nvPr/>
        </p:nvCxnSpPr>
        <p:spPr>
          <a:xfrm flipV="1">
            <a:off x="1573845" y="3595796"/>
            <a:ext cx="2441257" cy="1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AAD520E-63E7-8130-9E25-0437089A44FF}"/>
              </a:ext>
            </a:extLst>
          </p:cNvPr>
          <p:cNvSpPr/>
          <p:nvPr/>
        </p:nvSpPr>
        <p:spPr>
          <a:xfrm>
            <a:off x="1829592" y="3511740"/>
            <a:ext cx="597693" cy="168111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Compute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2535919-7ED0-6B61-1FDD-107E1AD2F45B}"/>
              </a:ext>
            </a:extLst>
          </p:cNvPr>
          <p:cNvSpPr/>
          <p:nvPr/>
        </p:nvSpPr>
        <p:spPr>
          <a:xfrm>
            <a:off x="2427611" y="3515199"/>
            <a:ext cx="597693" cy="168111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Compute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311008-DAB5-4CBB-E1D4-00D7562EF362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2434351" y="3155944"/>
            <a:ext cx="211228" cy="29391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02ACE90-EFDD-E2DE-826A-229C0EC2362B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1829241" y="3317800"/>
            <a:ext cx="154302" cy="13930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CFFEB2D-61B1-7B3B-A601-34489721BAC6}"/>
              </a:ext>
            </a:extLst>
          </p:cNvPr>
          <p:cNvSpPr/>
          <p:nvPr/>
        </p:nvSpPr>
        <p:spPr>
          <a:xfrm>
            <a:off x="1983543" y="3262378"/>
            <a:ext cx="597693" cy="110843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Step 1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2B19ABC-545C-B2EC-0C5E-45506A450BC6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3243272" y="3155944"/>
            <a:ext cx="182336" cy="30210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17F3C3D-D8AE-C19A-619B-D9C693144813}"/>
              </a:ext>
            </a:extLst>
          </p:cNvPr>
          <p:cNvSpPr/>
          <p:nvPr/>
        </p:nvSpPr>
        <p:spPr>
          <a:xfrm>
            <a:off x="2645579" y="3100522"/>
            <a:ext cx="597693" cy="110843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Step 2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BA21F67-4F12-1BA5-6A0E-A3C480623328}"/>
              </a:ext>
            </a:extLst>
          </p:cNvPr>
          <p:cNvCxnSpPr>
            <a:cxnSpLocks/>
            <a:endCxn id="36" idx="3"/>
          </p:cNvCxnSpPr>
          <p:nvPr/>
        </p:nvCxnSpPr>
        <p:spPr>
          <a:xfrm flipH="1" flipV="1">
            <a:off x="2581236" y="3317800"/>
            <a:ext cx="244261" cy="13935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E8BAAC1-77C8-D8DE-B401-B1F863E1884A}"/>
              </a:ext>
            </a:extLst>
          </p:cNvPr>
          <p:cNvCxnSpPr>
            <a:cxnSpLocks/>
          </p:cNvCxnSpPr>
          <p:nvPr/>
        </p:nvCxnSpPr>
        <p:spPr>
          <a:xfrm>
            <a:off x="1829511" y="3450322"/>
            <a:ext cx="0" cy="58954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F10E4C4-6596-5458-617A-49C6E9CC0B49}"/>
              </a:ext>
            </a:extLst>
          </p:cNvPr>
          <p:cNvSpPr/>
          <p:nvPr/>
        </p:nvSpPr>
        <p:spPr>
          <a:xfrm>
            <a:off x="2433692" y="4502473"/>
            <a:ext cx="403479" cy="580675"/>
          </a:xfrm>
          <a:prstGeom prst="rect">
            <a:avLst/>
          </a:prstGeom>
          <a:solidFill>
            <a:srgbClr val="FFFF00">
              <a:alpha val="63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686200F-E1BE-4FD9-FC02-6975F5B7DEBE}"/>
              </a:ext>
            </a:extLst>
          </p:cNvPr>
          <p:cNvSpPr/>
          <p:nvPr/>
        </p:nvSpPr>
        <p:spPr>
          <a:xfrm>
            <a:off x="2243248" y="4840946"/>
            <a:ext cx="597693" cy="168115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Compute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DE8A440-A73E-9527-5EF9-86E721902043}"/>
              </a:ext>
            </a:extLst>
          </p:cNvPr>
          <p:cNvSpPr/>
          <p:nvPr/>
        </p:nvSpPr>
        <p:spPr>
          <a:xfrm>
            <a:off x="2433908" y="4602611"/>
            <a:ext cx="399097" cy="168114"/>
          </a:xfrm>
          <a:prstGeom prst="roundRect">
            <a:avLst/>
          </a:prstGeom>
          <a:ln w="63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I/O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C5876A6-A17A-6A21-7CD7-7FFD707DA094}"/>
              </a:ext>
            </a:extLst>
          </p:cNvPr>
          <p:cNvCxnSpPr>
            <a:cxnSpLocks/>
          </p:cNvCxnSpPr>
          <p:nvPr/>
        </p:nvCxnSpPr>
        <p:spPr>
          <a:xfrm>
            <a:off x="3424401" y="3457103"/>
            <a:ext cx="0" cy="58276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127BD8A-B623-FF8F-FEA5-C38B1FDA0086}"/>
              </a:ext>
            </a:extLst>
          </p:cNvPr>
          <p:cNvCxnSpPr>
            <a:cxnSpLocks/>
          </p:cNvCxnSpPr>
          <p:nvPr/>
        </p:nvCxnSpPr>
        <p:spPr>
          <a:xfrm>
            <a:off x="1830815" y="4499335"/>
            <a:ext cx="0" cy="58381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3340E98-F265-BCCA-C3FB-B495EF2D491A}"/>
              </a:ext>
            </a:extLst>
          </p:cNvPr>
          <p:cNvCxnSpPr>
            <a:cxnSpLocks/>
          </p:cNvCxnSpPr>
          <p:nvPr/>
        </p:nvCxnSpPr>
        <p:spPr>
          <a:xfrm>
            <a:off x="3443635" y="4502473"/>
            <a:ext cx="0" cy="58067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7956519-AC70-A2CB-77AC-A19EB6F714B4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2434351" y="4206853"/>
            <a:ext cx="211228" cy="29391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E4D495F-18E1-7904-ADC3-F226997A1027}"/>
              </a:ext>
            </a:extLst>
          </p:cNvPr>
          <p:cNvCxnSpPr>
            <a:cxnSpLocks/>
            <a:endCxn id="60" idx="1"/>
          </p:cNvCxnSpPr>
          <p:nvPr/>
        </p:nvCxnSpPr>
        <p:spPr>
          <a:xfrm flipV="1">
            <a:off x="1833799" y="4368709"/>
            <a:ext cx="149744" cy="13205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1415E68-DF7D-C503-F897-DD11A5648546}"/>
              </a:ext>
            </a:extLst>
          </p:cNvPr>
          <p:cNvSpPr/>
          <p:nvPr/>
        </p:nvSpPr>
        <p:spPr>
          <a:xfrm>
            <a:off x="1983543" y="4313287"/>
            <a:ext cx="597693" cy="110843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Step 1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0196B01-41DC-0C84-72B8-2BFB6A57DD8F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3243272" y="4206853"/>
            <a:ext cx="197434" cy="29562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249D179-E22C-7C82-FFCC-5FC9F142FF71}"/>
              </a:ext>
            </a:extLst>
          </p:cNvPr>
          <p:cNvSpPr/>
          <p:nvPr/>
        </p:nvSpPr>
        <p:spPr>
          <a:xfrm>
            <a:off x="2645579" y="4151431"/>
            <a:ext cx="597693" cy="110843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Consolas" panose="020B0609020204030204" pitchFamily="49" charset="0"/>
              </a:rPr>
              <a:t>Step 2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4D8219C-E98B-5194-502F-0FFD2E0C9CA7}"/>
              </a:ext>
            </a:extLst>
          </p:cNvPr>
          <p:cNvCxnSpPr>
            <a:cxnSpLocks/>
            <a:endCxn id="60" idx="3"/>
          </p:cNvCxnSpPr>
          <p:nvPr/>
        </p:nvCxnSpPr>
        <p:spPr>
          <a:xfrm flipH="1" flipV="1">
            <a:off x="2581236" y="4368709"/>
            <a:ext cx="248819" cy="1346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84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AC45A7EEC88143B9EA2A8FE8DAE746" ma:contentTypeVersion="12" ma:contentTypeDescription="Create a new document." ma:contentTypeScope="" ma:versionID="d65c5633952838c909d705cec502ad1f">
  <xsd:schema xmlns:xsd="http://www.w3.org/2001/XMLSchema" xmlns:xs="http://www.w3.org/2001/XMLSchema" xmlns:p="http://schemas.microsoft.com/office/2006/metadata/properties" xmlns:ns3="4e70ea7f-f213-42c1-a500-6a720863c9c5" targetNamespace="http://schemas.microsoft.com/office/2006/metadata/properties" ma:root="true" ma:fieldsID="51c01c4a8af1347dc90b73245dea78d5" ns3:_="">
    <xsd:import namespace="4e70ea7f-f213-42c1-a500-6a720863c9c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70ea7f-f213-42c1-a500-6a720863c9c5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e70ea7f-f213-42c1-a500-6a720863c9c5" xsi:nil="true"/>
  </documentManagement>
</p:properties>
</file>

<file path=customXml/itemProps1.xml><?xml version="1.0" encoding="utf-8"?>
<ds:datastoreItem xmlns:ds="http://schemas.openxmlformats.org/officeDocument/2006/customXml" ds:itemID="{81A6890A-01D2-446C-9379-5F594765AA79}">
  <ds:schemaRefs>
    <ds:schemaRef ds:uri="4e70ea7f-f213-42c1-a500-6a720863c9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8AA8068-290F-4751-874B-E1B34D3034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C4951E-AFA9-4CF1-B04F-F28C542C7C3E}">
  <ds:schemaRefs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4e70ea7f-f213-42c1-a500-6a720863c9c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111</Words>
  <Application>Microsoft Office PowerPoint</Application>
  <PresentationFormat>Widescreen</PresentationFormat>
  <Paragraphs>68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Lewis, Noah</dc:creator>
  <cp:lastModifiedBy>Lewis, Noah</cp:lastModifiedBy>
  <cp:revision>2</cp:revision>
  <cp:lastPrinted>2026-04-08T19:03:09Z</cp:lastPrinted>
  <dcterms:created xsi:type="dcterms:W3CDTF">2026-02-15T19:07:41Z</dcterms:created>
  <dcterms:modified xsi:type="dcterms:W3CDTF">2026-10-06T16:03:05Z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0x010100E5AC45A7EEC88143B9EA2A8FE8DAE746</vt:lpwstr>
  </property>
</Properties>
</file>